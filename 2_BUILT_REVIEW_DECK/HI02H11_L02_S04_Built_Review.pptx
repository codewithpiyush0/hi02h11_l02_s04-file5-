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Recommendations: मात्राओं की रेल</a:t>
            </a:r>
          </a:p>
          <a:p>
            <a:r>
              <a:t>Screen Changes:</a:t>
            </a:r>
          </a:p>
          <a:p>
            <a:r>
              <a:t>Remove all extra text that is not required.</a:t>
            </a:r>
          </a:p>
          <a:p>
            <a:r>
              <a:t>Keep the screen clean and minimal.</a:t>
            </a:r>
          </a:p>
          <a:p>
            <a:r>
              <a:t>Show only two matra boxes/cards:</a:t>
            </a:r>
          </a:p>
          <a:p>
            <a:r>
              <a:t>1st box: ‘ओ’ (◌ो)</a:t>
            </a:r>
          </a:p>
          <a:p>
            <a:r>
              <a:t>2nd box: ‘औ’ (◌ौ)</a:t>
            </a:r>
          </a:p>
          <a:p>
            <a:r>
              <a:t>Keep the existing mascot and overall UI/UX style unchanged.</a:t>
            </a:r>
          </a:p>
          <a:p>
            <a:r>
              <a:t>Follow the same train-theme visual treatment used in the previous PPT. The matras can be shown inside two train bogies/cards so that the lesson visually continues as a “मात्राओं की रेल” journey.</a:t>
            </a:r>
          </a:p>
          <a:p>
            <a:r>
              <a:t>Animation:</a:t>
            </a:r>
          </a:p>
          <a:p>
            <a:r>
              <a:t>If possible, bring the train onto the screen with a smooth right-to-left animation.</a:t>
            </a:r>
          </a:p>
          <a:p>
            <a:r>
              <a:t>The two matra boxes/bogies can appear one by one with a soft pop/fade animation.</a:t>
            </a:r>
          </a:p>
          <a:p>
            <a:r>
              <a:t>First show ◌ो, followed by ◌ौ.</a:t>
            </a:r>
          </a:p>
          <a:p>
            <a:r>
              <a:t>Keep animations subtle and child-friendly.</a:t>
            </a:r>
          </a:p>
          <a:p>
            <a:r>
              <a:t>SFX:</a:t>
            </a:r>
          </a:p>
          <a:p>
            <a:r>
              <a:t>Add a soft train arrival/whistle SFX when the train enters.</a:t>
            </a:r>
          </a:p>
          <a:p>
            <a:r>
              <a:t>Add a light sparkle/pop SFX when each matra appears.</a:t>
            </a:r>
          </a:p>
          <a:p>
            <a:r>
              <a:t>VO:</a:t>
            </a:r>
          </a:p>
          <a:p>
            <a:r>
              <a:t>“हेलो दोस्त! मैं हूँ स्विफ्टी। आज हम मात्राओं के बारे में जानेंगे।”</a:t>
            </a:r>
          </a:p>
          <a:p>
            <a:r>
              <a:t>After this VO, the two matras ‘ओ’ (◌ो), ‘औ’ (◌ौ) can appear one by one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VO:</a:t>
            </a:r>
          </a:p>
          <a:p>
            <a:r>
              <a:t>“आज हम ओ और औ की मात्रा वाले शब्द पढ़ेंगे।”</a:t>
            </a:r>
          </a:p>
          <a:p>
            <a:r>
              <a:t>इसके बाद pair-wise VO इस तरह चल सकती है:</a:t>
            </a:r>
          </a:p>
          <a:p>
            <a:r>
              <a:t>“यह है ओ। इसकी मात्रा देखिए।”“यह है औ। इसकी मात्रा देखिए।”</a:t>
            </a:r>
          </a:p>
          <a:p>
            <a:r>
              <a:t>On Screen:</a:t>
            </a:r>
          </a:p>
          <a:p>
            <a:r>
              <a:t>Keep the heading: “आज हम ओ और औ की मात्रा वाले शब्द पढ़ेंगे।”</a:t>
            </a:r>
          </a:p>
          <a:p>
            <a:r>
              <a:t>Remove any additional text so the screen stays clean and focused.</a:t>
            </a:r>
          </a:p>
          <a:p>
            <a:r>
              <a:t>Show the letter and its corresponding matra symbol as a pair, one by one.</a:t>
            </a:r>
          </a:p>
          <a:p>
            <a:r>
              <a:t>Keep only one pair active at a time.</a:t>
            </a:r>
          </a:p>
          <a:p>
            <a:r>
              <a:t>Highlight each active pair when its VO plays.</a:t>
            </a:r>
          </a:p>
          <a:p>
            <a:r>
              <a:t>Follow this sequence: ओ → ◌ो, then औ → ◌ौ.</a:t>
            </a:r>
          </a:p>
          <a:p>
            <a:r>
              <a:t>Keep the existing mascot and overall UI/UX style unchanged.</a:t>
            </a:r>
          </a:p>
          <a:p>
            <a:r>
              <a:t>If possible, show each pair inside a train-style card or bogie to maintain the train theme.</a:t>
            </a:r>
          </a:p>
          <a:p>
            <a:r>
              <a:t>Animation:</a:t>
            </a:r>
          </a:p>
          <a:p>
            <a:r>
              <a:t>First ओ appears, then ◌ो appears beside it with a soft glow.</a:t>
            </a:r>
          </a:p>
          <a:p>
            <a:r>
              <a:t>After its VO finishes, dim the first pair slightly.</a:t>
            </a:r>
          </a:p>
          <a:p>
            <a:r>
              <a:t>Then औ appears, followed by ◌ौ beside it.</a:t>
            </a:r>
          </a:p>
          <a:p>
            <a:r>
              <a:t>Highlight only the matra strokes in red. Keep the dotted circle neutral.</a:t>
            </a:r>
          </a:p>
          <a:p>
            <a:r>
              <a:t>Use simple pop/fade animations, synchronised with the VO.</a:t>
            </a:r>
          </a:p>
          <a:p>
            <a:r>
              <a:t>Keep animations subtle and child-friendly, without extra decorative elements.</a:t>
            </a:r>
          </a:p>
          <a:p>
            <a:r>
              <a:t>SFX:</a:t>
            </a:r>
          </a:p>
          <a:p>
            <a:r>
              <a:t>Add a soft pop/chime when each matra symbol appears.</a:t>
            </a:r>
          </a:p>
          <a:p>
            <a:r>
              <a:t>Keep SFX subtle so the VO remains clear.</a:t>
            </a:r>
          </a:p>
          <a:p>
            <a:r>
              <a:t>Next Button:</a:t>
            </a:r>
          </a:p>
          <a:p>
            <a:r>
              <a:t>Keep the आगे button disabled during the sequence.</a:t>
            </a:r>
          </a:p>
          <a:p>
            <a:r>
              <a:t>Activate it only after both pairs have been shown and spoken.</a:t>
            </a:r>
          </a:p>
          <a:p>
            <a:r>
              <a:t>Note:</a:t>
            </a:r>
          </a:p>
          <a:p>
            <a:r>
              <a:t>This slide introduces the two matras.</a:t>
            </a:r>
          </a:p>
          <a:p>
            <a:r>
              <a:t>The child should clearly connect ओ → ◌ो and औ → ◌ौ.</a:t>
            </a:r>
          </a:p>
          <a:p>
            <a:r>
              <a:t>Refer to them as ओ की मात्रा and औ की मात्रा. Do not use “छोटी” or “बड़ी”.</a:t>
            </a:r>
          </a:p>
          <a:p>
            <a:r>
              <a:t>The dotted circle only helps display the matra; it is not part of the matra.</a:t>
            </a:r>
          </a:p>
          <a:p>
            <a:r>
              <a:t>Show only these two pairs to keep the screen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VO:</a:t>
            </a:r>
          </a:p>
          <a:p>
            <a:r>
              <a:t>“आइए, देखें कि ओ की मात्रा लगने से शब्द की आवाज़ कैसे बदलती है।”</a:t>
            </a:r>
          </a:p>
          <a:p>
            <a:r>
              <a:t>पहले:</a:t>
            </a:r>
          </a:p>
          <a:p>
            <a:r>
              <a:t>“यह शब्द देखिए — घड़ा।”</a:t>
            </a:r>
          </a:p>
          <a:p>
            <a:r>
              <a:t>फिर:</a:t>
            </a:r>
          </a:p>
          <a:p>
            <a:r>
              <a:t>“घ के साथ ओ की मात्रा लगाने पर ‘घो’ बनता है।”</a:t>
            </a:r>
          </a:p>
          <a:p>
            <a:r>
              <a:t>अंत में:</a:t>
            </a:r>
          </a:p>
          <a:p>
            <a:r>
              <a:t>“अब ‘ड़ा’ जुड़ने पर ‘घोड़ा’ बनता है।”</a:t>
            </a:r>
          </a:p>
          <a:p>
            <a:r>
              <a:t>On Screen:</a:t>
            </a:r>
          </a:p>
          <a:p>
            <a:r>
              <a:t>Keep the screen focused on one word transformation.</a:t>
            </a:r>
          </a:p>
          <a:p>
            <a:r>
              <a:t>First show घड़ा clearly on the left.</a:t>
            </a:r>
          </a:p>
          <a:p>
            <a:r>
              <a:t>Below or beside घड़ा, show a clear earthen pot image.</a:t>
            </a:r>
          </a:p>
          <a:p>
            <a:r>
              <a:t>In the centre, show: घ + ◌ो = घो</a:t>
            </a:r>
          </a:p>
          <a:p>
            <a:r>
              <a:t>Highlight only the ो मात्रा in red when it is introduced.</a:t>
            </a:r>
          </a:p>
          <a:p>
            <a:r>
              <a:t>After that, show the final word: घोड़ा.</a:t>
            </a:r>
          </a:p>
          <a:p>
            <a:r>
              <a:t>In घोड़ा, highlight only ो in red so the child notices its position above and to the right of घ.</a:t>
            </a:r>
          </a:p>
          <a:p>
            <a:r>
              <a:t>Show a clear horse image below or beside घोड़ा.</a:t>
            </a:r>
          </a:p>
          <a:p>
            <a:r>
              <a:t>Keep the existing mascot and overall UI/UX style unchanged.</a:t>
            </a:r>
          </a:p>
          <a:p>
            <a:r>
              <a:t>Keep the screen clean. Avoid unnecessary explanatory text beneath the cards.</a:t>
            </a:r>
          </a:p>
          <a:p>
            <a:r>
              <a:t>Image Requirements:</a:t>
            </a:r>
          </a:p>
          <a:p>
            <a:r>
              <a:t>घड़ा: A recognisable earthen water pot with a rounded body and narrow opening.</a:t>
            </a:r>
          </a:p>
          <a:p>
            <a:r>
              <a:t>घोड़ा: A recognisable horse with its full body, legs, mane and tail clearly visible.</a:t>
            </a:r>
          </a:p>
          <a:p>
            <a:r>
              <a:t>Use a consistent, child-friendly illustration style for both images.</a:t>
            </a:r>
          </a:p>
          <a:p>
            <a:r>
              <a:t>Keep the pot image associated with घड़ा and the horse associated with घोड़ा. Do not animate the pot changing into a horse.</a:t>
            </a:r>
          </a:p>
          <a:p>
            <a:r>
              <a:t>Sequence:</a:t>
            </a:r>
          </a:p>
          <a:p>
            <a:r>
              <a:t>घड़ा appears on the left.</a:t>
            </a:r>
          </a:p>
          <a:p>
            <a:r>
              <a:t>The earthen pot image appears below or beside it.</a:t>
            </a:r>
          </a:p>
          <a:p>
            <a:r>
              <a:t>VO: “यह शब्द देखिए — घड़ा।”</a:t>
            </a:r>
          </a:p>
          <a:p>
            <a:r>
              <a:t>Highlight घ in घड़ा.</a:t>
            </a:r>
          </a:p>
          <a:p>
            <a:r>
              <a:t>Show घ + ◌ो = घो in the centre.</a:t>
            </a:r>
          </a:p>
          <a:p>
            <a:r>
              <a:t>VO: “घ के साथ ओ की मात्रा लगाने पर ‘घो’ बनता है।”</a:t>
            </a:r>
          </a:p>
          <a:p>
            <a:r>
              <a:t>Move ो into its correct position above and to the right of घ, forming घो.</a:t>
            </a:r>
          </a:p>
          <a:p>
            <a:r>
              <a:t>Then ड़ा joins.</a:t>
            </a:r>
          </a:p>
          <a:p>
            <a:r>
              <a:t>VO: “अब ‘ड़ा’ जुड़ने पर ‘घोड़ा’ बनता है।”</a:t>
            </a:r>
          </a:p>
          <a:p>
            <a:r>
              <a:t>The final word घोड़ा appears.</a:t>
            </a:r>
          </a:p>
          <a:p>
            <a:r>
              <a:t>Highlight only ो inside घोड़ा.</a:t>
            </a:r>
          </a:p>
          <a:p>
            <a:r>
              <a:t>The horse image appears below or beside घोड़ा.</a:t>
            </a:r>
          </a:p>
          <a:p>
            <a:r>
              <a:t>Animation:</a:t>
            </a:r>
          </a:p>
          <a:p>
            <a:r>
              <a:t>Use a simple step-by-step animation.</a:t>
            </a:r>
          </a:p>
          <a:p>
            <a:r>
              <a:t>Do not show all stages together at the beginning.</a:t>
            </a:r>
          </a:p>
          <a:p>
            <a:r>
              <a:t>First reveal घड़ा and its pot image with a soft fade.</a:t>
            </a:r>
          </a:p>
          <a:p>
            <a:r>
              <a:t>Then shift attention to घ.</a:t>
            </a:r>
          </a:p>
          <a:p>
            <a:r>
              <a:t>The ो मात्रा should softly slide into its correct position around घ, synchronised with the VO.</a:t>
            </a:r>
          </a:p>
          <a:p>
            <a:r>
              <a:t>Visually transform घ → घो.</a:t>
            </a:r>
          </a:p>
          <a:p>
            <a:r>
              <a:t>Then ड़ा slides in to form घो + ड़ा = घोड़ा.</a:t>
            </a:r>
          </a:p>
          <a:p>
            <a:r>
              <a:t>Reveal the horse image only after घोड़ा is complete.</a:t>
            </a:r>
          </a:p>
          <a:p>
            <a:r>
              <a:t>Keep animations subtle and child-friendly.</a:t>
            </a:r>
          </a:p>
          <a:p>
            <a:r>
              <a:t>Sound Differentiation:</a:t>
            </a:r>
          </a:p>
          <a:p>
            <a:r>
              <a:t>Make the pronunciation difference clear:</a:t>
            </a:r>
          </a:p>
          <a:p>
            <a:r>
              <a:t>घ → घो → घोड़ा</a:t>
            </a:r>
          </a:p>
          <a:p>
            <a:r>
              <a:t>Give a short pause between each sound so the child can hear how adding ो changes the sound.</a:t>
            </a:r>
          </a:p>
          <a:p>
            <a:r>
              <a:t>SFX:</a:t>
            </a:r>
          </a:p>
          <a:p>
            <a:r>
              <a:t>Add a soft pop when each image or the matra appears.</a:t>
            </a:r>
          </a:p>
          <a:p>
            <a:r>
              <a:t>Add a light chime when घ changes to घो.</a:t>
            </a:r>
          </a:p>
          <a:p>
            <a:r>
              <a:t>Add a small success sound when घोड़ा is completed.</a:t>
            </a:r>
          </a:p>
          <a:p>
            <a:r>
              <a:t>Keep SFX subtle so the pronunciation remains clear.</a:t>
            </a:r>
          </a:p>
          <a:p>
            <a:r>
              <a:t>Next Button:</a:t>
            </a:r>
          </a:p>
          <a:p>
            <a:r>
              <a:t>Keep the आगे button disabled during the complete sequence.</a:t>
            </a:r>
          </a:p>
          <a:p>
            <a:r>
              <a:t>Activate it only after घड़ा and its image have been introduced, घ → घो → घोड़ा has been demonstrated, and the horse image has appeared.</a:t>
            </a:r>
          </a:p>
          <a:p>
            <a:r>
              <a:t>Note:</a:t>
            </a:r>
          </a:p>
          <a:p>
            <a:r>
              <a:t>Use: “घ के साथ ओ की मात्रा लगाने पर ‘घो’ बनता है।”</a:t>
            </a:r>
          </a:p>
          <a:p>
            <a:r>
              <a:t>Refer to it as ओ की मात्रा, without “छोटी” or “बड़ी”.</a:t>
            </a:r>
          </a:p>
          <a:p>
            <a:r>
              <a:t>Highlight the complete ो मात्रा, including its upper stroke and right-side vertical stroke, in red.</a:t>
            </a:r>
          </a:p>
          <a:p>
            <a:r>
              <a:t>Keep the consonants, headline, nukta under ड़, and existing ा मात्रा in ड़ा unchanged.</a:t>
            </a:r>
          </a:p>
          <a:p>
            <a:r>
              <a:t>Keep ड़ा together when it joins घो.</a:t>
            </a:r>
          </a:p>
          <a:p>
            <a:r>
              <a:t>The dotted circle in ◌ो is a display aid. It should disappear when the matra joins घ.</a:t>
            </a:r>
          </a:p>
          <a:p>
            <a:r>
              <a:t>The key visual learning should remain:</a:t>
            </a:r>
          </a:p>
          <a:p>
            <a:r>
              <a:t>घड़ा (earthen pot) → घ + ◌ो = घो → घोड़ा (horse)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VO:</a:t>
            </a:r>
          </a:p>
          <a:p>
            <a:r>
              <a:t>“आइए, ओ की मात्रा वाले कुछ शब्द देखें।”</a:t>
            </a:r>
          </a:p>
          <a:p>
            <a:r>
              <a:t>पहले:</a:t>
            </a:r>
          </a:p>
          <a:p>
            <a:r>
              <a:t>“मोर — बोलकर देखिए। इसमें म पर ओ की मात्रा लगी है।”</a:t>
            </a:r>
          </a:p>
          <a:p>
            <a:r>
              <a:t>फिर:</a:t>
            </a:r>
          </a:p>
          <a:p>
            <a:r>
              <a:t>“कोयल — बोलकर देखिए। इसमें क पर ओ की मात्रा लगी है।”</a:t>
            </a:r>
          </a:p>
          <a:p>
            <a:r>
              <a:t>On Screen:</a:t>
            </a:r>
          </a:p>
          <a:p>
            <a:r>
              <a:t>Keep the heading: “ओ की मात्रा वाले शब्द पढ़िए।”</a:t>
            </a:r>
          </a:p>
          <a:p>
            <a:r>
              <a:t>Keep only one example visible at a time.</a:t>
            </a:r>
          </a:p>
          <a:p>
            <a:r>
              <a:t>First show मोर, followed by a clear peacock image.</a:t>
            </a:r>
          </a:p>
          <a:p>
            <a:r>
              <a:t>Highlight only the ो मात्रा attached to म in मोर, using red.</a:t>
            </a:r>
          </a:p>
          <a:p>
            <a:r>
              <a:t>After the first example finishes, show कोयल, followed by a clear koel image.</a:t>
            </a:r>
          </a:p>
          <a:p>
            <a:r>
              <a:t>Highlight only the ो मात्रा attached to क in कोयल, using the same red.</a:t>
            </a:r>
          </a:p>
          <a:p>
            <a:r>
              <a:t>Keep the existing mascot and overall UI/UX style unchanged.</a:t>
            </a:r>
          </a:p>
          <a:p>
            <a:r>
              <a:t>If retaining the “इस शब्द की मात्रा” label, show ◌ो for both examples.</a:t>
            </a:r>
          </a:p>
          <a:p>
            <a:r>
              <a:t>Image Requirements:</a:t>
            </a:r>
          </a:p>
          <a:p>
            <a:r>
              <a:t>मोर: A recognisable peacock with a blue neck, head crest and clearly visible colourful tail feathers.</a:t>
            </a:r>
          </a:p>
          <a:p>
            <a:r>
              <a:t>कोयल: A recognisable black koel with a slender body, long tail and red eye, perched on a simple branch.</a:t>
            </a:r>
          </a:p>
          <a:p>
            <a:r>
              <a:t>Make the two birds visually distinct so children can identify them easily.</a:t>
            </a:r>
          </a:p>
          <a:p>
            <a:r>
              <a:t>Use a consistent, child-friendly illustration style with minimal background detail.</a:t>
            </a:r>
          </a:p>
          <a:p>
            <a:r>
              <a:t>Sequence:</a:t>
            </a:r>
          </a:p>
          <a:p>
            <a:r>
              <a:t>मोर appears.</a:t>
            </a:r>
          </a:p>
          <a:p>
            <a:r>
              <a:t>The peacock image appears.</a:t>
            </a:r>
          </a:p>
          <a:p>
            <a:r>
              <a:t>VO: “मोर — बोलकर देखिए।”</a:t>
            </a:r>
          </a:p>
          <a:p>
            <a:r>
              <a:t>Pause briefly so the child can repeat the word.</a:t>
            </a:r>
          </a:p>
          <a:p>
            <a:r>
              <a:t>VO: “इसमें म पर ओ की मात्रा लगी है।”</a:t>
            </a:r>
          </a:p>
          <a:p>
            <a:r>
              <a:t>Highlight only ो in मोर, synchronised with the explanation.</a:t>
            </a:r>
          </a:p>
          <a:p>
            <a:r>
              <a:t>Fade out the first example.</a:t>
            </a:r>
          </a:p>
          <a:p>
            <a:r>
              <a:t>कोयल appears.</a:t>
            </a:r>
          </a:p>
          <a:p>
            <a:r>
              <a:t>The koel image appears.</a:t>
            </a:r>
          </a:p>
          <a:p>
            <a:r>
              <a:t>VO: “कोयल — बोलकर देखिए।”</a:t>
            </a:r>
          </a:p>
          <a:p>
            <a:r>
              <a:t>Pause briefly so the child can repeat the word.</a:t>
            </a:r>
          </a:p>
          <a:p>
            <a:r>
              <a:t>VO: “इसमें क पर ओ की मात्रा लगी है।”</a:t>
            </a:r>
          </a:p>
          <a:p>
            <a:r>
              <a:t>Highlight only ो in कोयल, synchronised with the explanation.</a:t>
            </a:r>
          </a:p>
          <a:p>
            <a:r>
              <a:t>Animation:</a:t>
            </a:r>
          </a:p>
          <a:p>
            <a:r>
              <a:t>Show the word first, followed by its image.</a:t>
            </a:r>
          </a:p>
          <a:p>
            <a:r>
              <a:t>Use simple fade/pop-in animations.</a:t>
            </a:r>
          </a:p>
          <a:p>
            <a:r>
              <a:t>When the VO explains the matra, softly highlight the complete ो मात्रा in red, including its upper stroke and right-side vertical stroke.</a:t>
            </a:r>
          </a:p>
          <a:p>
            <a:r>
              <a:t>Keep the consonants and headline unchanged.</a:t>
            </a:r>
          </a:p>
          <a:p>
            <a:r>
              <a:t>Complete one example before introducing the next.</a:t>
            </a:r>
          </a:p>
          <a:p>
            <a:r>
              <a:t>SFX:</a:t>
            </a:r>
          </a:p>
          <a:p>
            <a:r>
              <a:t>Add a soft pop when the word or image appears.</a:t>
            </a:r>
          </a:p>
          <a:p>
            <a:r>
              <a:t>Add a soft chime when the matra highlights.</a:t>
            </a:r>
          </a:p>
          <a:p>
            <a:r>
              <a:t>Keep SFX subtle so the VO and pronunciation remain clear.</a:t>
            </a:r>
          </a:p>
          <a:p>
            <a:r>
              <a:t>Next Button:</a:t>
            </a:r>
          </a:p>
          <a:p>
            <a:r>
              <a:t>Keep the आगे button disabled during the explanation.</a:t>
            </a:r>
          </a:p>
          <a:p>
            <a:r>
              <a:t>Activate it only after both examples and their VO sequences finish.</a:t>
            </a:r>
          </a:p>
          <a:p>
            <a:r>
              <a:t>Note:</a:t>
            </a:r>
          </a:p>
          <a:p>
            <a:r>
              <a:t>Preserve the correct spellings: मोर and कोयल.</a:t>
            </a:r>
          </a:p>
          <a:p>
            <a:r>
              <a:t>Highlight only ो, keeping the rest of each word in the regular text colour.</a:t>
            </a:r>
          </a:p>
          <a:p>
            <a:r>
              <a:t>The learning focus is recognising ओ की मात्रा in both words: मोर, कोयल.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VO:</a:t>
            </a:r>
          </a:p>
          <a:p>
            <a:r>
              <a:t>“आइए, देखें कि औ की मात्रा लगने से शब्द की आवाज़ कैसे बदलती है।”</a:t>
            </a:r>
          </a:p>
          <a:p>
            <a:r>
              <a:t>पहले:</a:t>
            </a:r>
          </a:p>
          <a:p>
            <a:r>
              <a:t>“यह शब्द देखिए — खिलना।”</a:t>
            </a:r>
          </a:p>
          <a:p>
            <a:r>
              <a:t>फिर:</a:t>
            </a:r>
          </a:p>
          <a:p>
            <a:r>
              <a:t>“ल के साथ औ की मात्रा लगाने पर ‘लौ’ बनता है।”</a:t>
            </a:r>
          </a:p>
          <a:p>
            <a:r>
              <a:t>अंत में:</a:t>
            </a:r>
          </a:p>
          <a:p>
            <a:r>
              <a:t>“अब ‘खि’, ‘लौ’ और ‘ना’ को जोड़ने पर ‘खिलौना’ बनता है।”</a:t>
            </a:r>
          </a:p>
          <a:p>
            <a:r>
              <a:t>On Screen:</a:t>
            </a:r>
          </a:p>
          <a:p>
            <a:r>
              <a:t>Keep the screen focused on one word transformation.</a:t>
            </a:r>
          </a:p>
          <a:p>
            <a:r>
              <a:t>First show खिलना clearly on the left.</a:t>
            </a:r>
          </a:p>
          <a:p>
            <a:r>
              <a:t>Below or beside खिलना, show a flower bud opening into a flower.</a:t>
            </a:r>
          </a:p>
          <a:p>
            <a:r>
              <a:t>In the centre, show: ल + ◌ौ = लौ</a:t>
            </a:r>
          </a:p>
          <a:p>
            <a:r>
              <a:t>Highlight only the ौ मात्रा in red when it is introduced.</a:t>
            </a:r>
          </a:p>
          <a:p>
            <a:r>
              <a:t>After that, show the final word: खिलौना.</a:t>
            </a:r>
          </a:p>
          <a:p>
            <a:r>
              <a:t>In खिलौना, highlight only ौ in red so the child notices its position above and to the right of ल.</a:t>
            </a:r>
          </a:p>
          <a:p>
            <a:r>
              <a:t>Show a clear toy image below or beside खिलौना.</a:t>
            </a:r>
          </a:p>
          <a:p>
            <a:r>
              <a:t>Keep the existing mascot and overall UI/UX style unchanged.</a:t>
            </a:r>
          </a:p>
          <a:p>
            <a:r>
              <a:t>Keep the screen clean. Avoid unnecessary explanatory text beneath the cards.</a:t>
            </a:r>
          </a:p>
          <a:p>
            <a:r>
              <a:t>Image Requirements:</a:t>
            </a:r>
          </a:p>
          <a:p>
            <a:r>
              <a:t>खिलना: A flower bud opening into a flower. Show the opening action clearly through a short animation, rather than only a fully open flower.</a:t>
            </a:r>
          </a:p>
          <a:p>
            <a:r>
              <a:t>खिलौना: A recognisable pull-along toy duck with visible wheels and a string, matching the attached screen.</a:t>
            </a:r>
          </a:p>
          <a:p>
            <a:r>
              <a:t>Use a consistent, child-friendly illustration style.</a:t>
            </a:r>
          </a:p>
          <a:p>
            <a:r>
              <a:t>Keep each image associated with its word. Do not animate the flower changing into a toy.</a:t>
            </a:r>
          </a:p>
          <a:p>
            <a:r>
              <a:t>Sequence:</a:t>
            </a:r>
          </a:p>
          <a:p>
            <a:r>
              <a:t>खिलना appears on the left.</a:t>
            </a:r>
          </a:p>
          <a:p>
            <a:r>
              <a:t>The flower-bud image appears below or beside it.</a:t>
            </a:r>
          </a:p>
          <a:p>
            <a:r>
              <a:t>VO: “यह शब्द देखिए — खिलना।”</a:t>
            </a:r>
          </a:p>
          <a:p>
            <a:r>
              <a:t>Briefly animate the bud opening into a flower.</a:t>
            </a:r>
          </a:p>
          <a:p>
            <a:r>
              <a:t>Highlight ल in खिलना.</a:t>
            </a:r>
          </a:p>
          <a:p>
            <a:r>
              <a:t>Show ल + ◌ौ = लौ in the centre.</a:t>
            </a:r>
          </a:p>
          <a:p>
            <a:r>
              <a:t>VO: “ल के साथ औ की मात्रा लगाने पर ‘लौ’ बनता है।”</a:t>
            </a:r>
          </a:p>
          <a:p>
            <a:r>
              <a:t>Move ौ into its correct position above and to the right of ल, forming लौ.</a:t>
            </a:r>
          </a:p>
          <a:p>
            <a:r>
              <a:t>Bring खि before लौ and ना after it.</a:t>
            </a:r>
          </a:p>
          <a:p>
            <a:r>
              <a:t>VO: “अब ‘खि’, ‘लौ’ और ‘ना’ को जोड़ने पर ‘खिलौना’ बनता है।”</a:t>
            </a:r>
          </a:p>
          <a:p>
            <a:r>
              <a:t>Show: खि + लौ + ना = खिलौना</a:t>
            </a:r>
          </a:p>
          <a:p>
            <a:r>
              <a:t>Highlight only ौ inside खिलौना.</a:t>
            </a:r>
          </a:p>
          <a:p>
            <a:r>
              <a:t>The toy image appears below or beside खिलौना.</a:t>
            </a:r>
          </a:p>
          <a:p>
            <a:r>
              <a:t>Animation:</a:t>
            </a:r>
          </a:p>
          <a:p>
            <a:r>
              <a:t>Use a simple step-by-step animation.</a:t>
            </a:r>
          </a:p>
          <a:p>
            <a:r>
              <a:t>Do not show all stages together at the beginning.</a:t>
            </a:r>
          </a:p>
          <a:p>
            <a:r>
              <a:t>First reveal खिलना and its flower-bud image with a soft fade.</a:t>
            </a:r>
          </a:p>
          <a:p>
            <a:r>
              <a:t>Briefly animate the bud opening when खिलना is introduced.</a:t>
            </a:r>
          </a:p>
          <a:p>
            <a:r>
              <a:t>Then shift attention to ल.</a:t>
            </a:r>
          </a:p>
          <a:p>
            <a:r>
              <a:t>The ौ मात्रा should softly slide into its correct position around ल, synchronised with the VO.</a:t>
            </a:r>
          </a:p>
          <a:p>
            <a:r>
              <a:t>Visually transform ल → लौ.</a:t>
            </a:r>
          </a:p>
          <a:p>
            <a:r>
              <a:t>Then खि and ना slide into position to form खि + लौ + ना = खिलौना.</a:t>
            </a:r>
          </a:p>
          <a:p>
            <a:r>
              <a:t>Reveal the toy image only after खिलौना is complete.</a:t>
            </a:r>
          </a:p>
          <a:p>
            <a:r>
              <a:t>Keep animations subtle and child-friendly.</a:t>
            </a:r>
          </a:p>
          <a:p>
            <a:r>
              <a:t>Sound Differentiation:</a:t>
            </a:r>
          </a:p>
          <a:p>
            <a:r>
              <a:t>Make the pronunciation difference clear:</a:t>
            </a:r>
          </a:p>
          <a:p>
            <a:r>
              <a:t>ल → लौ</a:t>
            </a:r>
          </a:p>
          <a:p>
            <a:r>
              <a:t>Then read the complete word:</a:t>
            </a:r>
          </a:p>
          <a:p>
            <a:r>
              <a:t>खिलौना</a:t>
            </a:r>
          </a:p>
          <a:p>
            <a:r>
              <a:t>Give a short pause between the sounds so the child can hear how adding ौ changes ल to लौ.</a:t>
            </a:r>
          </a:p>
          <a:p>
            <a:r>
              <a:t>SFX:</a:t>
            </a:r>
          </a:p>
          <a:p>
            <a:r>
              <a:t>Add a soft pop when each image or the matra appears.</a:t>
            </a:r>
          </a:p>
          <a:p>
            <a:r>
              <a:t>Add a light chime when ल changes to लौ.</a:t>
            </a:r>
          </a:p>
          <a:p>
            <a:r>
              <a:t>Add a small success sound when खिलौना is completed.</a:t>
            </a:r>
          </a:p>
          <a:p>
            <a:r>
              <a:t>Keep SFX subtle so the pronunciation remains clear.</a:t>
            </a:r>
          </a:p>
          <a:p>
            <a:r>
              <a:t>Next Button:</a:t>
            </a:r>
          </a:p>
          <a:p>
            <a:r>
              <a:t>Keep the आगे button disabled during the complete sequence.</a:t>
            </a:r>
          </a:p>
          <a:p>
            <a:r>
              <a:t>Activate it only after खिलना and its image have been introduced, the word transformation has been demonstrated, and the toy image has appeared.</a:t>
            </a:r>
          </a:p>
          <a:p>
            <a:r>
              <a:t>Note:</a:t>
            </a:r>
          </a:p>
          <a:p>
            <a:r>
              <a:t>Use: “ल के साथ औ की मात्रा लगाने पर ‘लौ’ बनता है।”</a:t>
            </a:r>
          </a:p>
          <a:p>
            <a:r>
              <a:t>Refer to it as औ की मात्रा, without “छोटी” or “बड़ी”.</a:t>
            </a:r>
          </a:p>
          <a:p>
            <a:r>
              <a:t>Highlight the complete ौ मात्रा, including both upper strokes and the right-side vertical stroke, in red.</a:t>
            </a:r>
          </a:p>
          <a:p>
            <a:r>
              <a:t>Keep the consonants, headline and existing ि and ा matras unchanged.</a:t>
            </a:r>
          </a:p>
          <a:p>
            <a:r>
              <a:t>The dotted circle in ◌ौ is a display aid. It should disappear when the matra joins ल.</a:t>
            </a:r>
          </a:p>
          <a:p>
            <a:r>
              <a:t>The key visual learning should remain:</a:t>
            </a:r>
          </a:p>
          <a:p>
            <a:r>
              <a:t>खिलना (flower opening) → ल + ◌ौ = लौ → खिलौना (toy)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VO:</a:t>
            </a:r>
          </a:p>
          <a:p>
            <a:r>
              <a:t>“आइए, औ की मात्रा वाले कुछ शब्द देखें।”</a:t>
            </a:r>
          </a:p>
          <a:p>
            <a:r>
              <a:t>पहले:</a:t>
            </a:r>
          </a:p>
          <a:p>
            <a:r>
              <a:t>“कौआ — बोलकर देखिए। इसमें क पर औ की मात्रा लगी है।”</a:t>
            </a:r>
          </a:p>
          <a:p>
            <a:r>
              <a:t>फिर:</a:t>
            </a:r>
          </a:p>
          <a:p>
            <a:r>
              <a:t>“पौधा — बोलकर देखिए। इसमें प पर औ की मात्रा लगी है।”</a:t>
            </a:r>
          </a:p>
          <a:p>
            <a:r>
              <a:t>On Screen:</a:t>
            </a:r>
          </a:p>
          <a:p>
            <a:r>
              <a:t>Keep the heading: “औ की मात्रा वाले शब्द पढ़िए।”</a:t>
            </a:r>
          </a:p>
          <a:p>
            <a:r>
              <a:t>Keep only one example visible at a time.</a:t>
            </a:r>
          </a:p>
          <a:p>
            <a:r>
              <a:t>First show कौआ, followed by a clear crow image.</a:t>
            </a:r>
          </a:p>
          <a:p>
            <a:r>
              <a:t>Highlight only the ौ मात्रा attached to क in कौआ, using red.</a:t>
            </a:r>
          </a:p>
          <a:p>
            <a:r>
              <a:t>After the first example finishes, show पौधा, followed by a clear plant image.</a:t>
            </a:r>
          </a:p>
          <a:p>
            <a:r>
              <a:t>Highlight only the ौ मात्रा attached to प in पौधा, using the same red.</a:t>
            </a:r>
          </a:p>
          <a:p>
            <a:r>
              <a:t>Keep आ in कौआ and the ा मात्रा in पौधा in the regular text colour.</a:t>
            </a:r>
          </a:p>
          <a:p>
            <a:r>
              <a:t>Keep the existing mascot and overall UI/UX style unchanged.</a:t>
            </a:r>
          </a:p>
          <a:p>
            <a:r>
              <a:t>If retaining the “इस शब्द की मात्रा” label, show ◌ौ for both examples.</a:t>
            </a:r>
          </a:p>
          <a:p>
            <a:r>
              <a:t>Image Requirements:</a:t>
            </a:r>
          </a:p>
          <a:p>
            <a:r>
              <a:t>कौआ: A recognisable crow with dark feathers, a clear beak, wings and visible feet.</a:t>
            </a:r>
          </a:p>
          <a:p>
            <a:r>
              <a:t>पौधा: A small green plant with a clearly visible stem and a few leaves, growing in soil.</a:t>
            </a:r>
          </a:p>
          <a:p>
            <a:r>
              <a:t>Use a consistent, child-friendly illustration style with minimal background detail.</a:t>
            </a:r>
          </a:p>
          <a:p>
            <a:r>
              <a:t>Sequence:</a:t>
            </a:r>
          </a:p>
          <a:p>
            <a:r>
              <a:t>कौआ appears.</a:t>
            </a:r>
          </a:p>
          <a:p>
            <a:r>
              <a:t>The crow image appears.</a:t>
            </a:r>
          </a:p>
          <a:p>
            <a:r>
              <a:t>VO: “कौआ — बोलकर देखिए।”</a:t>
            </a:r>
          </a:p>
          <a:p>
            <a:r>
              <a:t>Pause briefly so the child can repeat the word.</a:t>
            </a:r>
          </a:p>
          <a:p>
            <a:r>
              <a:t>VO: “इसमें क पर औ की मात्रा लगी है।”</a:t>
            </a:r>
          </a:p>
          <a:p>
            <a:r>
              <a:t>Highlight only ौ in कौआ, synchronised with the explanation.</a:t>
            </a:r>
          </a:p>
          <a:p>
            <a:r>
              <a:t>Fade out the first example.</a:t>
            </a:r>
          </a:p>
          <a:p>
            <a:r>
              <a:t>पौधा appears.</a:t>
            </a:r>
          </a:p>
          <a:p>
            <a:r>
              <a:t>The plant image appears.</a:t>
            </a:r>
          </a:p>
          <a:p>
            <a:r>
              <a:t>VO: “पौधा — बोलकर देखिए।”</a:t>
            </a:r>
          </a:p>
          <a:p>
            <a:r>
              <a:t>Pause briefly so the child can repeat the word.</a:t>
            </a:r>
          </a:p>
          <a:p>
            <a:r>
              <a:t>VO: “इसमें प पर औ की मात्रा लगी है।”</a:t>
            </a:r>
          </a:p>
          <a:p>
            <a:r>
              <a:t>Highlight only ौ in पौधा, synchronised with the explanation.</a:t>
            </a:r>
          </a:p>
          <a:p>
            <a:r>
              <a:t>Animation:</a:t>
            </a:r>
          </a:p>
          <a:p>
            <a:r>
              <a:t>Show the word first, followed by its image.</a:t>
            </a:r>
          </a:p>
          <a:p>
            <a:r>
              <a:t>Use simple fade/pop-in animations.</a:t>
            </a:r>
          </a:p>
          <a:p>
            <a:r>
              <a:t>When the VO explains the matra, softly highlight the complete ौ मात्रा in red, including both upper strokes and the right-side vertical stroke.</a:t>
            </a:r>
          </a:p>
          <a:p>
            <a:r>
              <a:t>Keep the consonants, headline, आ in कौआ and ा मात्रा in पौधा unchanged.</a:t>
            </a:r>
          </a:p>
          <a:p>
            <a:r>
              <a:t>Complete one example before introducing the next.</a:t>
            </a:r>
          </a:p>
          <a:p>
            <a:r>
              <a:t>SFX:</a:t>
            </a:r>
          </a:p>
          <a:p>
            <a:r>
              <a:t>Add a soft pop when the word or image appears.</a:t>
            </a:r>
          </a:p>
          <a:p>
            <a:r>
              <a:t>Add a soft chime when the matra highlights.</a:t>
            </a:r>
          </a:p>
          <a:p>
            <a:r>
              <a:t>Keep SFX subtle so the VO and pronunciation remain clear.</a:t>
            </a:r>
          </a:p>
          <a:p>
            <a:r>
              <a:t>Next Button:</a:t>
            </a:r>
          </a:p>
          <a:p>
            <a:r>
              <a:t>Keep the आगे button disabled during the explanation.</a:t>
            </a:r>
          </a:p>
          <a:p>
            <a:r>
              <a:t>Activate it only after both examples and their VO sequences finish.</a:t>
            </a:r>
          </a:p>
          <a:p>
            <a:r>
              <a:t>Note:</a:t>
            </a:r>
          </a:p>
          <a:p>
            <a:r>
              <a:t>Preserve the correct spellings: कौआ and पौधा.</a:t>
            </a:r>
          </a:p>
          <a:p>
            <a:r>
              <a:t>In कौआ, highlight only ौ attached to क. The final आ is a separate vowel letter and should remain unchanged.</a:t>
            </a:r>
          </a:p>
          <a:p>
            <a:r>
              <a:t>In पौधा, highlight only ौ attached to प. Do not include ा after ध in the red matra highlight.</a:t>
            </a:r>
          </a:p>
          <a:p>
            <a:r>
              <a:t>The learning focus is recognising औ की मात्रा in both words: कौआ, पौधा.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Option Change:</a:t>
            </a:r>
          </a:p>
          <a:p>
            <a:r>
              <a:t>Keep मोर as the previously taught word.</a:t>
            </a:r>
          </a:p>
          <a:p>
            <a:r>
              <a:t>Replace कौआ with दौड़.</a:t>
            </a:r>
          </a:p>
          <a:p>
            <a:r>
              <a:t>Replace पौधा with चौक.</a:t>
            </a:r>
          </a:p>
          <a:p>
            <a:r>
              <a:t>Updated options: मोर, दौड़, चौक.</a:t>
            </a:r>
          </a:p>
          <a:p>
            <a:r>
              <a:t>दौड़ and चौक are short words not used in the preceding activities. Neither contains an additional vowel matra.</a:t>
            </a:r>
          </a:p>
          <a:p>
            <a:r>
              <a:t>मोर remains the only correct answer for ओ की मात्रा.</a:t>
            </a:r>
          </a:p>
          <a:p>
            <a:r>
              <a:t>Heading / Question Text:</a:t>
            </a:r>
          </a:p>
          <a:p>
            <a:r>
              <a:t>“ओ” की मात्रा वाले शब्द पर टैप कीजिए।</a:t>
            </a:r>
          </a:p>
          <a:p>
            <a:r>
              <a:t>Entry Animation:</a:t>
            </a:r>
          </a:p>
          <a:p>
            <a:r>
              <a:t>The train enters smoothly from right to left.</a:t>
            </a:r>
          </a:p>
          <a:p>
            <a:r>
              <a:t>It stops at the centre of the screen.</a:t>
            </a:r>
          </a:p>
          <a:p>
            <a:r>
              <a:t>The three coaches show मोर, दौड़, चौक clearly.</a:t>
            </a:r>
          </a:p>
          <a:p>
            <a:r>
              <a:t>Play the instruction VO after the train stops.</a:t>
            </a:r>
          </a:p>
          <a:p>
            <a:r>
              <a:t>On Screen:</a:t>
            </a:r>
          </a:p>
          <a:p>
            <a:r>
              <a:t>Keep the heading at the top: “ओ” की मात्रा वाले शब्द पर टैप कीजिए।</a:t>
            </a:r>
          </a:p>
          <a:p>
            <a:r>
              <a:t>Keep the options in this order: मोर, दौड़, चौक.</a:t>
            </a:r>
          </a:p>
          <a:p>
            <a:r>
              <a:t>Do not add extra instruction text in the play area.</a:t>
            </a:r>
          </a:p>
          <a:p>
            <a:r>
              <a:t>Initially, keep all words in the regular text colour without matra highlights or answer cues.</a:t>
            </a:r>
          </a:p>
          <a:p>
            <a:r>
              <a:t>Keep the existing mascot and overall UI/UX style unchanged.</a:t>
            </a:r>
          </a:p>
          <a:p>
            <a:r>
              <a:t>Instruction VO:</a:t>
            </a:r>
          </a:p>
          <a:p>
            <a:r>
              <a:t>“जिस डिब्बे में ओ की मात्रा वाला शब्द है, उस डिब्बे पर टैप कीजिए।”</a:t>
            </a:r>
          </a:p>
          <a:p>
            <a:r>
              <a:t>Correct Answer: मोर</a:t>
            </a:r>
          </a:p>
          <a:p>
            <a:r>
              <a:t>Accept a tap anywhere inside the मोर coach.</a:t>
            </a:r>
          </a:p>
          <a:p>
            <a:r>
              <a:t>Show a small confetti/sparkle effect.</a:t>
            </a:r>
          </a:p>
          <a:p>
            <a:r>
              <a:t>Give the मोर coach a soft glow.</a:t>
            </a:r>
          </a:p>
          <a:p>
            <a:r>
              <a:t>Highlight the complete ो मात्रा attached to म in red.</a:t>
            </a:r>
          </a:p>
          <a:p>
            <a:r>
              <a:t>Correct Response VO:</a:t>
            </a:r>
          </a:p>
          <a:p>
            <a:r>
              <a:t>“शाबाश! मोर शब्द में ओ की मात्रा है।”</a:t>
            </a:r>
          </a:p>
          <a:p>
            <a:r>
              <a:t>Hint 1: Clarify — After the 1st Wrong Attempt</a:t>
            </a:r>
          </a:p>
          <a:p>
            <a:r>
              <a:t>If the child taps दौड़ or चौक, softly shake the selected coach, then return it to its original position.</a:t>
            </a:r>
          </a:p>
          <a:p>
            <a:r>
              <a:t>Do not highlight any word or matra.</a:t>
            </a:r>
          </a:p>
          <a:p>
            <a:r>
              <a:t>Do not show a hand nudge.</a:t>
            </a:r>
          </a:p>
          <a:p>
            <a:r>
              <a:t>After the VO finishes, allow the child to choose from all three options again.</a:t>
            </a:r>
          </a:p>
          <a:p>
            <a:r>
              <a:t>VO:</a:t>
            </a:r>
          </a:p>
          <a:p>
            <a:r>
              <a:t>“फिर से पढ़िए। ओ की मात्रा वाले शब्द पर टैप कीजिए।”</a:t>
            </a:r>
          </a:p>
          <a:p>
            <a:r>
              <a:t>Hint 2: Strong Hint — After the 2nd Wrong Attempt</a:t>
            </a:r>
          </a:p>
          <a:p>
            <a:r>
              <a:t>Softly shake the wrongly selected coach.</a:t>
            </a:r>
          </a:p>
          <a:p>
            <a:r>
              <a:t>Read all three words, one by one, from left to right.</a:t>
            </a:r>
          </a:p>
          <a:p>
            <a:r>
              <a:t>As मोर is spoken, highlight the complete ो मात्रा attached to म in red.</a:t>
            </a:r>
          </a:p>
          <a:p>
            <a:r>
              <a:t>As दौड़ is spoken, highlight the complete ौ मात्रा attached to द in red.</a:t>
            </a:r>
          </a:p>
          <a:p>
            <a:r>
              <a:t>As चौक is spoken, highlight the complete ौ मात्रा attached to च in red.</a:t>
            </a:r>
          </a:p>
          <a:p>
            <a:r>
              <a:t>Include the upper strokes and right-side vertical stroke of each matra.</a:t>
            </a:r>
          </a:p>
          <a:p>
            <a:r>
              <a:t>Use the same highlighting style as the teaching screens.</a:t>
            </a:r>
          </a:p>
          <a:p>
            <a:r>
              <a:t>Keep the consonants, headline and nukta under ड़ unchanged.</a:t>
            </a:r>
          </a:p>
          <a:p>
            <a:r>
              <a:t>Retain the matra highlights in all three words so the child can compare.</a:t>
            </a:r>
          </a:p>
          <a:p>
            <a:r>
              <a:t>Do not add a correct-answer coach glow or hand nudge.</a:t>
            </a:r>
          </a:p>
          <a:p>
            <a:r>
              <a:t>After the VO finishes, keep all three options available.</a:t>
            </a:r>
          </a:p>
          <a:p>
            <a:r>
              <a:t>VO, with a short pause between words:</a:t>
            </a:r>
          </a:p>
          <a:p>
            <a:r>
              <a:t>“मोर। दौड़। चौक।”</a:t>
            </a:r>
          </a:p>
          <a:p>
            <a:r>
              <a:t>Then:</a:t>
            </a:r>
          </a:p>
          <a:p>
            <a:r>
              <a:t>“ओ की मात्रा वाले शब्द पर टैप कीजिए।”</a:t>
            </a:r>
          </a:p>
          <a:p>
            <a:r>
              <a:t>Hint 3: Show the Answer — After the 3rd Wrong Attempt</a:t>
            </a:r>
          </a:p>
          <a:p>
            <a:r>
              <a:t>Softly shake the wrongly selected coach.</a:t>
            </a:r>
          </a:p>
          <a:p>
            <a:r>
              <a:t>Give the मोर coach a soft glow.</a:t>
            </a:r>
          </a:p>
          <a:p>
            <a:r>
              <a:t>Show a hand nudge on the मोर coach.</a:t>
            </a:r>
          </a:p>
          <a:p>
            <a:r>
              <a:t>Keep ो inside मोर highlighted in red.</a:t>
            </a:r>
          </a:p>
          <a:p>
            <a:r>
              <a:t>Lock दौड़ and चौक.</a:t>
            </a:r>
          </a:p>
          <a:p>
            <a:r>
              <a:t>After the VO finishes, allow only मोर to be selected.</a:t>
            </a:r>
          </a:p>
          <a:p>
            <a:r>
              <a:t>Wait for the child to tap it. Do not select the answer or advance automatically.</a:t>
            </a:r>
          </a:p>
          <a:p>
            <a:r>
              <a:t>VO:</a:t>
            </a:r>
          </a:p>
          <a:p>
            <a:r>
              <a:t>“मोर शब्द में ओ की मात्रा है। मोर पर टैप कीजिए।”</a:t>
            </a:r>
          </a:p>
          <a:p>
            <a:r>
              <a:t>Correct Response After Hint 3:</a:t>
            </a:r>
          </a:p>
          <a:p>
            <a:r>
              <a:t>Accept the child’s tap on मोर.</a:t>
            </a:r>
          </a:p>
          <a:p>
            <a:r>
              <a:t>Remove the hand nudge.</a:t>
            </a:r>
          </a:p>
          <a:p>
            <a:r>
              <a:t>Show a small confetti/sparkle effect and play a success chime.</a:t>
            </a:r>
          </a:p>
          <a:p>
            <a:r>
              <a:t>Keep the correct word’s matra highlighted.</a:t>
            </a:r>
          </a:p>
          <a:p>
            <a:r>
              <a:t>Enable आगे after the feedback finishes.</a:t>
            </a:r>
          </a:p>
          <a:p>
            <a:r>
              <a:t>No additional VO is needed because Hint 3 has already explained the answer.</a:t>
            </a:r>
          </a:p>
          <a:p>
            <a:r>
              <a:t>SFX:</a:t>
            </a:r>
          </a:p>
          <a:p>
            <a:r>
              <a:t>Soft train arrival/whistle sound during entry.</a:t>
            </a:r>
          </a:p>
          <a:p>
            <a:r>
              <a:t>Light tap sound on selection.</a:t>
            </a:r>
          </a:p>
          <a:p>
            <a:r>
              <a:t>Soft error sound on a wrong attempt.</a:t>
            </a:r>
          </a:p>
          <a:p>
            <a:r>
              <a:t>Light success chime on the correct answer.</a:t>
            </a:r>
          </a:p>
          <a:p>
            <a:r>
              <a:t>Keep all SFX below the VO volume.</a:t>
            </a:r>
          </a:p>
          <a:p>
            <a:r>
              <a:t>Next Button:</a:t>
            </a:r>
          </a:p>
          <a:p>
            <a:r>
              <a:t>Keep आगे disabled initially and throughout the hints.</a:t>
            </a:r>
          </a:p>
          <a:p>
            <a:r>
              <a:t>Activate it only after the child selects मोर and the feedback finishes.</a:t>
            </a:r>
          </a:p>
          <a:p>
            <a:r>
              <a:t>Developer Notes:</a:t>
            </a:r>
          </a:p>
          <a:p>
            <a:r>
              <a:t>Update the option text and associated word audio to मोर, दौड़, चौक.</a:t>
            </a:r>
          </a:p>
          <a:p>
            <a:r>
              <a:t>Disable all answer taps while any VO is playing.</a:t>
            </a:r>
          </a:p>
          <a:p>
            <a:r>
              <a:t>Count wrong taps across both incorrect options. Switching from दौड़ to चौक must not reset the counter.</a:t>
            </a:r>
          </a:p>
          <a:p>
            <a:r>
              <a:t>Trigger Hint 1 after the first wrong tap, Hint 2 after the second, and Hint 3 after the third.</a:t>
            </a:r>
          </a:p>
          <a:p>
            <a:r>
              <a:t>If the child answers correctly at any earlier stage, accept the answer immediately and stop the hint sequence.</a:t>
            </a:r>
          </a:p>
          <a:p>
            <a:r>
              <a:t>The hand nudge appears only in Hint 3 for this guided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Option Change:</a:t>
            </a:r>
          </a:p>
          <a:p>
            <a:r>
              <a:t>Use ढोल, कौआ, गोल.</a:t>
            </a:r>
          </a:p>
          <a:p>
            <a:r>
              <a:t>Keep कौआ as the previously taught word.</a:t>
            </a:r>
          </a:p>
          <a:p>
            <a:r>
              <a:t>Use ढोल and गोल as two new, simple words.</a:t>
            </a:r>
          </a:p>
          <a:p>
            <a:r>
              <a:t>कौआ is the only correct answer for औ की मात्रा.</a:t>
            </a:r>
          </a:p>
          <a:p>
            <a:r>
              <a:t>Heading / Question Text:</a:t>
            </a:r>
          </a:p>
          <a:p>
            <a:r>
              <a:t>“औ” की मात्रा वाले शब्द पर टैप कीजिए।</a:t>
            </a:r>
          </a:p>
          <a:p>
            <a:r>
              <a:t>Entry Animation:</a:t>
            </a:r>
          </a:p>
          <a:p>
            <a:r>
              <a:t>The train enters smoothly from right to left.</a:t>
            </a:r>
          </a:p>
          <a:p>
            <a:r>
              <a:t>It stops at the centre of the screen.</a:t>
            </a:r>
          </a:p>
          <a:p>
            <a:r>
              <a:t>The three coaches show ढोल, कौआ, गोल clearly.</a:t>
            </a:r>
          </a:p>
          <a:p>
            <a:r>
              <a:t>Play the instruction VO after the train stops.</a:t>
            </a:r>
          </a:p>
          <a:p>
            <a:r>
              <a:t>On Screen:</a:t>
            </a:r>
          </a:p>
          <a:p>
            <a:r>
              <a:t>Keep the heading at the top: “औ” की मात्रा वाले शब्द पर टैप कीजिए।</a:t>
            </a:r>
          </a:p>
          <a:p>
            <a:r>
              <a:t>Keep the options in this order: ढोल, कौआ, गोल.</a:t>
            </a:r>
          </a:p>
          <a:p>
            <a:r>
              <a:t>Do not add extra instruction text in the play area.</a:t>
            </a:r>
          </a:p>
          <a:p>
            <a:r>
              <a:t>Initially, keep all words in the regular text colour without matra highlights or answer cues.</a:t>
            </a:r>
          </a:p>
          <a:p>
            <a:r>
              <a:t>Keep the existing mascot and overall UI/UX style unchanged.</a:t>
            </a:r>
          </a:p>
          <a:p>
            <a:r>
              <a:t>Instruction VO:</a:t>
            </a:r>
          </a:p>
          <a:p>
            <a:r>
              <a:t>“जिस डिब्बे में औ की मात्रा वाला शब्द है, उस डिब्बे पर टैप कीजिए।”</a:t>
            </a:r>
          </a:p>
          <a:p>
            <a:r>
              <a:t>Correct Answer: कौआ</a:t>
            </a:r>
          </a:p>
          <a:p>
            <a:r>
              <a:t>Accept a tap anywhere inside the कौआ coach.</a:t>
            </a:r>
          </a:p>
          <a:p>
            <a:r>
              <a:t>Show a small confetti/sparkle effect.</a:t>
            </a:r>
          </a:p>
          <a:p>
            <a:r>
              <a:t>Give the कौआ coach a soft glow.</a:t>
            </a:r>
          </a:p>
          <a:p>
            <a:r>
              <a:t>Highlight only the complete ौ मात्रा attached to क in red.</a:t>
            </a:r>
          </a:p>
          <a:p>
            <a:r>
              <a:t>Keep the separate vowel letter आ in the regular text colour.</a:t>
            </a:r>
          </a:p>
          <a:p>
            <a:r>
              <a:t>Correct Response VO:</a:t>
            </a:r>
          </a:p>
          <a:p>
            <a:r>
              <a:t>“शाबाश! कौआ शब्द में औ की मात्रा है।”</a:t>
            </a:r>
          </a:p>
          <a:p>
            <a:r>
              <a:t>Hint 1: Clarify — After the 1st Wrong Attempt</a:t>
            </a:r>
          </a:p>
          <a:p>
            <a:r>
              <a:t>If the child taps ढोल or गोल, softly shake the selected coach, then return it to its original position.</a:t>
            </a:r>
          </a:p>
          <a:p>
            <a:r>
              <a:t>Do not highlight any word or matra.</a:t>
            </a:r>
          </a:p>
          <a:p>
            <a:r>
              <a:t>Do not show a hand nudge.</a:t>
            </a:r>
          </a:p>
          <a:p>
            <a:r>
              <a:t>After the VO finishes, allow the child to choose from all three options again.</a:t>
            </a:r>
          </a:p>
          <a:p>
            <a:r>
              <a:t>VO:</a:t>
            </a:r>
          </a:p>
          <a:p>
            <a:r>
              <a:t>“फिर से पढ़िए। औ की मात्रा वाले शब्द पर टैप कीजिए।”</a:t>
            </a:r>
          </a:p>
          <a:p>
            <a:r>
              <a:t>Hint 2: Strong Hint — After the 2nd Wrong Attempt</a:t>
            </a:r>
          </a:p>
          <a:p>
            <a:r>
              <a:t>Softly shake the wrongly selected coach.</a:t>
            </a:r>
          </a:p>
          <a:p>
            <a:r>
              <a:t>Read all three words, one by one, from left to right.</a:t>
            </a:r>
          </a:p>
          <a:p>
            <a:r>
              <a:t>As ढोल is spoken, highlight the complete ो मात्रा attached to ढ in red.</a:t>
            </a:r>
          </a:p>
          <a:p>
            <a:r>
              <a:t>As कौआ is spoken, highlight the complete ौ मात्रा attached to क in red.</a:t>
            </a:r>
          </a:p>
          <a:p>
            <a:r>
              <a:t>As गोल is spoken, highlight the complete ो मात्रा attached to ग in red.</a:t>
            </a:r>
          </a:p>
          <a:p>
            <a:r>
              <a:t>Include the upper strokes and right-side vertical stroke of each matra.</a:t>
            </a:r>
          </a:p>
          <a:p>
            <a:r>
              <a:t>Use the same highlighting style as the teaching screens.</a:t>
            </a:r>
          </a:p>
          <a:p>
            <a:r>
              <a:t>Keep the consonants, headline and separate आ in कौआ unchanged.</a:t>
            </a:r>
          </a:p>
          <a:p>
            <a:r>
              <a:t>Retain the matra highlights in all three words so the child can compare.</a:t>
            </a:r>
          </a:p>
          <a:p>
            <a:r>
              <a:t>Do not add a correct-answer coach glow or hand nudge.</a:t>
            </a:r>
          </a:p>
          <a:p>
            <a:r>
              <a:t>After the VO finishes, keep all three options available.</a:t>
            </a:r>
          </a:p>
          <a:p>
            <a:r>
              <a:t>VO, with a short pause between words:</a:t>
            </a:r>
          </a:p>
          <a:p>
            <a:r>
              <a:t>“ढोल। कौआ। गोल।”</a:t>
            </a:r>
          </a:p>
          <a:p>
            <a:r>
              <a:t>Then:</a:t>
            </a:r>
          </a:p>
          <a:p>
            <a:r>
              <a:t>“औ की मात्रा वाले शब्द पर टैप कीजिए।”</a:t>
            </a:r>
          </a:p>
          <a:p>
            <a:r>
              <a:t>Hint 3: Show the Answer — After the 3rd Wrong Attempt</a:t>
            </a:r>
          </a:p>
          <a:p>
            <a:r>
              <a:t>Softly shake the wrongly selected coach.</a:t>
            </a:r>
          </a:p>
          <a:p>
            <a:r>
              <a:t>Give the कौआ coach a soft glow.</a:t>
            </a:r>
          </a:p>
          <a:p>
            <a:r>
              <a:t>Show a hand nudge on the कौआ coach.</a:t>
            </a:r>
          </a:p>
          <a:p>
            <a:r>
              <a:t>Keep ौ inside कौआ highlighted in red.</a:t>
            </a:r>
          </a:p>
          <a:p>
            <a:r>
              <a:t>Lock ढोल and गोल.</a:t>
            </a:r>
          </a:p>
          <a:p>
            <a:r>
              <a:t>After the VO finishes, allow only कौआ to be selected.</a:t>
            </a:r>
          </a:p>
          <a:p>
            <a:r>
              <a:t>Wait for the child to tap it. Do not select the answer or advance automatically.</a:t>
            </a:r>
          </a:p>
          <a:p>
            <a:r>
              <a:t>VO:</a:t>
            </a:r>
          </a:p>
          <a:p>
            <a:r>
              <a:t>“कौआ शब्द में औ की मात्रा है। कौआ पर टैप कीजिए।”</a:t>
            </a:r>
          </a:p>
          <a:p>
            <a:r>
              <a:t>Correct Response After Hint 3:</a:t>
            </a:r>
          </a:p>
          <a:p>
            <a:r>
              <a:t>Accept the child’s tap on कौआ.</a:t>
            </a:r>
          </a:p>
          <a:p>
            <a:r>
              <a:t>Remove the hand nudge.</a:t>
            </a:r>
          </a:p>
          <a:p>
            <a:r>
              <a:t>Show a small confetti/sparkle effect and play a success chime.</a:t>
            </a:r>
          </a:p>
          <a:p>
            <a:r>
              <a:t>Keep the correct word’s matra highlighted.</a:t>
            </a:r>
          </a:p>
          <a:p>
            <a:r>
              <a:t>Enable आगे after the feedback finishes.</a:t>
            </a:r>
          </a:p>
          <a:p>
            <a:r>
              <a:t>No additional VO is needed because Hint 3 has already explained the answer.</a:t>
            </a:r>
          </a:p>
          <a:p>
            <a:r>
              <a:t>SFX:</a:t>
            </a:r>
          </a:p>
          <a:p>
            <a:r>
              <a:t>Soft train arrival/whistle sound during entry.</a:t>
            </a:r>
          </a:p>
          <a:p>
            <a:r>
              <a:t>Light tap sound on selection.</a:t>
            </a:r>
          </a:p>
          <a:p>
            <a:r>
              <a:t>Soft error sound on a wrong attempt.</a:t>
            </a:r>
          </a:p>
          <a:p>
            <a:r>
              <a:t>Light success chime on the correct answer.</a:t>
            </a:r>
          </a:p>
          <a:p>
            <a:r>
              <a:t>Keep all SFX below the VO volume.</a:t>
            </a:r>
          </a:p>
          <a:p>
            <a:r>
              <a:t>Next Button:</a:t>
            </a:r>
          </a:p>
          <a:p>
            <a:r>
              <a:t>Keep आगे disabled initially and throughout the hints.</a:t>
            </a:r>
          </a:p>
          <a:p>
            <a:r>
              <a:t>Activate it only after the child selects कौआ and the feedback finishes.</a:t>
            </a:r>
          </a:p>
          <a:p>
            <a:r>
              <a:t>Developer Notes:</a:t>
            </a:r>
          </a:p>
          <a:p>
            <a:r>
              <a:t>Update the option text and associated word audio to ढोल, कौआ, गोल.</a:t>
            </a:r>
          </a:p>
          <a:p>
            <a:r>
              <a:t>Disable all answer taps while any VO is playing.</a:t>
            </a:r>
          </a:p>
          <a:p>
            <a:r>
              <a:t>Count wrong taps across both incorrect options. Switching from ढोल to गोल must not reset the counter.</a:t>
            </a:r>
          </a:p>
          <a:p>
            <a:r>
              <a:t>Trigger Hint 1 after the first wrong tap, Hint 2 after the second, and Hint 3 after the third.</a:t>
            </a:r>
          </a:p>
          <a:p>
            <a:r>
              <a:t>If the child answers correctly at any earlier stage, accept the answer immediately and stop the hint sequence.</a:t>
            </a:r>
          </a:p>
          <a:p>
            <a:r>
              <a:t>The hand nudge appears only in Hint 3 for this guided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Heading / Question Text:</a:t>
            </a:r>
          </a:p>
          <a:p>
            <a:r>
              <a:t>“ओ” की मात्रा वाले शब्द पर टैप कीजिए।</a:t>
            </a:r>
          </a:p>
          <a:p>
            <a:r>
              <a:t>Entry Animation:</a:t>
            </a:r>
          </a:p>
          <a:p>
            <a:r>
              <a:t>The train enters smoothly from right to left.</a:t>
            </a:r>
          </a:p>
          <a:p>
            <a:r>
              <a:t>It stops at the centre of the screen.</a:t>
            </a:r>
          </a:p>
          <a:p>
            <a:r>
              <a:t>The three coaches show नौका, तोता, कौआ clearly.</a:t>
            </a:r>
          </a:p>
          <a:p>
            <a:r>
              <a:t>Play the instruction VO after the train stops.</a:t>
            </a:r>
          </a:p>
          <a:p>
            <a:r>
              <a:t>On Screen:</a:t>
            </a:r>
          </a:p>
          <a:p>
            <a:r>
              <a:t>Keep the heading at the top: “ओ” की मात्रा वाले शब्द पर टैप कीजिए।</a:t>
            </a:r>
          </a:p>
          <a:p>
            <a:r>
              <a:t>Keep the three options in this order: नौका, तोता, कौआ.</a:t>
            </a:r>
          </a:p>
          <a:p>
            <a:r>
              <a:t>Do not add extra instruction text in the play area.</a:t>
            </a:r>
          </a:p>
          <a:p>
            <a:r>
              <a:t>Initially, keep all words in the regular text colour without matra highlights or answer cues.</a:t>
            </a:r>
          </a:p>
          <a:p>
            <a:r>
              <a:t>Keep the existing mascot and overall UI/UX style unchanged.</a:t>
            </a:r>
          </a:p>
          <a:p>
            <a:r>
              <a:t>Instruction VO:</a:t>
            </a:r>
          </a:p>
          <a:p>
            <a:r>
              <a:t>“जिस डिब्बे में ओ की मात्रा वाला शब्द है, उस डिब्बे पर टैप कीजिए।”</a:t>
            </a:r>
          </a:p>
          <a:p>
            <a:r>
              <a:t>Correct Answer: तोता</a:t>
            </a:r>
          </a:p>
          <a:p>
            <a:r>
              <a:t>Accept a tap anywhere inside the तोता coach.</a:t>
            </a:r>
          </a:p>
          <a:p>
            <a:r>
              <a:t>Show a small confetti/sparkle effect.</a:t>
            </a:r>
          </a:p>
          <a:p>
            <a:r>
              <a:t>Give the तोता coach a soft glow.</a:t>
            </a:r>
          </a:p>
          <a:p>
            <a:r>
              <a:t>Highlight only the complete ो मात्रा attached to the first त in तोता, using red.</a:t>
            </a:r>
          </a:p>
          <a:p>
            <a:r>
              <a:t>Keep the remaining letters and the ा मात्रा in the regular text colour.</a:t>
            </a:r>
          </a:p>
          <a:p>
            <a:r>
              <a:t>Correct Response VO:</a:t>
            </a:r>
          </a:p>
          <a:p>
            <a:r>
              <a:t>“शाबाश! तोता शब्द में ओ की मात्रा है।”</a:t>
            </a:r>
          </a:p>
          <a:p>
            <a:r>
              <a:t>Hint 1: Clarify — After the 1st Wrong Attempt</a:t>
            </a:r>
          </a:p>
          <a:p>
            <a:r>
              <a:t>If the child taps नौका or कौआ, softly shake the selected coach, then return it to its original position.</a:t>
            </a:r>
          </a:p>
          <a:p>
            <a:r>
              <a:t>Do not highlight any word or matra.</a:t>
            </a:r>
          </a:p>
          <a:p>
            <a:r>
              <a:t>Do not show a hand nudge.</a:t>
            </a:r>
          </a:p>
          <a:p>
            <a:r>
              <a:t>After the VO finishes, allow the child to choose from all three options again.</a:t>
            </a:r>
          </a:p>
          <a:p>
            <a:r>
              <a:t>VO:</a:t>
            </a:r>
          </a:p>
          <a:p>
            <a:r>
              <a:t>“फिर से पढ़िए। ओ की मात्रा वाले शब्द पर टैप कीजिए।”</a:t>
            </a:r>
          </a:p>
          <a:p>
            <a:r>
              <a:t>Hint 2: Strong Hint — After the 2nd Wrong Attempt</a:t>
            </a:r>
          </a:p>
          <a:p>
            <a:r>
              <a:t>Softly shake the wrongly selected coach.</a:t>
            </a:r>
          </a:p>
          <a:p>
            <a:r>
              <a:t>Read all three words, one by one, from left to right.</a:t>
            </a:r>
          </a:p>
          <a:p>
            <a:r>
              <a:t>As नौका is spoken, highlight the complete ौ मात्रा attached to न in red.</a:t>
            </a:r>
          </a:p>
          <a:p>
            <a:r>
              <a:t>As तोता is spoken, highlight the complete ो मात्रा attached to the first त in red.</a:t>
            </a:r>
          </a:p>
          <a:p>
            <a:r>
              <a:t>As कौआ is spoken, highlight the complete ौ मात्रा attached to क in red.</a:t>
            </a:r>
          </a:p>
          <a:p>
            <a:r>
              <a:t>Include the upper strokes and right-side vertical stroke of each target matra.</a:t>
            </a:r>
          </a:p>
          <a:p>
            <a:r>
              <a:t>Use the same highlighting style as the teaching screens.</a:t>
            </a:r>
          </a:p>
          <a:p>
            <a:r>
              <a:t>Keep the consonants and headline unchanged.</a:t>
            </a:r>
          </a:p>
          <a:p>
            <a:r>
              <a:t>Keep ा in नौका and तोता, and the separate आ in कौआ, in the regular text colour.</a:t>
            </a:r>
          </a:p>
          <a:p>
            <a:r>
              <a:t>Retain the target matra highlights in all three words so the child can compare.</a:t>
            </a:r>
          </a:p>
          <a:p>
            <a:r>
              <a:t>Do not add a correct-answer coach glow or hand nudge.</a:t>
            </a:r>
          </a:p>
          <a:p>
            <a:r>
              <a:t>After the VO finishes, keep all three options available.</a:t>
            </a:r>
          </a:p>
          <a:p>
            <a:r>
              <a:t>VO, with a short pause between words:</a:t>
            </a:r>
          </a:p>
          <a:p>
            <a:r>
              <a:t>“नौका। तोता। कौआ।”</a:t>
            </a:r>
          </a:p>
          <a:p>
            <a:r>
              <a:t>Then:</a:t>
            </a:r>
          </a:p>
          <a:p>
            <a:r>
              <a:t>“ओ की मात्रा वाले शब्द पर टैप कीजिए।”</a:t>
            </a:r>
          </a:p>
          <a:p>
            <a:r>
              <a:t>Hint 3: Show the Answer — After the 3rd Wrong Attempt</a:t>
            </a:r>
          </a:p>
          <a:p>
            <a:r>
              <a:t>Softly shake the wrongly selected coach.</a:t>
            </a:r>
          </a:p>
          <a:p>
            <a:r>
              <a:t>Give the तोता coach a soft glow.</a:t>
            </a:r>
          </a:p>
          <a:p>
            <a:r>
              <a:t>Show a hand nudge on the तोता coach.</a:t>
            </a:r>
          </a:p>
          <a:p>
            <a:r>
              <a:t>Keep ो inside तोता highlighted in red.</a:t>
            </a:r>
          </a:p>
          <a:p>
            <a:r>
              <a:t>Lock नौका and कौआ.</a:t>
            </a:r>
          </a:p>
          <a:p>
            <a:r>
              <a:t>After the VO finishes, allow only तोता to be selected.</a:t>
            </a:r>
          </a:p>
          <a:p>
            <a:r>
              <a:t>Wait for the child to tap it. Do not select the answer or advance automatically.</a:t>
            </a:r>
          </a:p>
          <a:p>
            <a:r>
              <a:t>VO:</a:t>
            </a:r>
          </a:p>
          <a:p>
            <a:r>
              <a:t>“तोता शब्द में ओ की मात्रा है। तोता पर टैप कीजिए।”</a:t>
            </a:r>
          </a:p>
          <a:p>
            <a:r>
              <a:t>Correct Response After Hint 3:</a:t>
            </a:r>
          </a:p>
          <a:p>
            <a:r>
              <a:t>Accept the child’s tap on तोता.</a:t>
            </a:r>
          </a:p>
          <a:p>
            <a:r>
              <a:t>Remove the hand nudge.</a:t>
            </a:r>
          </a:p>
          <a:p>
            <a:r>
              <a:t>Show a small confetti/sparkle effect and play a success chime.</a:t>
            </a:r>
          </a:p>
          <a:p>
            <a:r>
              <a:t>Keep the correct word’s ो मात्रा highlighted.</a:t>
            </a:r>
          </a:p>
          <a:p>
            <a:r>
              <a:t>Enable आगे after the feedback finishes.</a:t>
            </a:r>
          </a:p>
          <a:p>
            <a:r>
              <a:t>No additional VO is needed because Hint 3 has already explained the answer.</a:t>
            </a:r>
          </a:p>
          <a:p>
            <a:r>
              <a:t>SFX:</a:t>
            </a:r>
          </a:p>
          <a:p>
            <a:r>
              <a:t>Soft train arrival/whistle sound during entry.</a:t>
            </a:r>
          </a:p>
          <a:p>
            <a:r>
              <a:t>Light tap sound on selection.</a:t>
            </a:r>
          </a:p>
          <a:p>
            <a:r>
              <a:t>Soft error sound on a wrong attempt.</a:t>
            </a:r>
          </a:p>
          <a:p>
            <a:r>
              <a:t>Light success chime on the correct answer.</a:t>
            </a:r>
          </a:p>
          <a:p>
            <a:r>
              <a:t>Keep all SFX below the VO volume.</a:t>
            </a:r>
          </a:p>
          <a:p>
            <a:r>
              <a:t>Next Button:</a:t>
            </a:r>
          </a:p>
          <a:p>
            <a:r>
              <a:t>Keep आगे disabled initially and throughout the hints.</a:t>
            </a:r>
          </a:p>
          <a:p>
            <a:r>
              <a:t>Activate it only after the child selects तोता and the feedback finishes.</a:t>
            </a:r>
          </a:p>
          <a:p>
            <a:r>
              <a:t>Developer Notes:</a:t>
            </a:r>
          </a:p>
          <a:p>
            <a:r>
              <a:t>Use the option text and associated word audio नौका, तोता, कौआ.</a:t>
            </a:r>
          </a:p>
          <a:p>
            <a:r>
              <a:t>Disable all answer taps while any VO is playing.</a:t>
            </a:r>
          </a:p>
          <a:p>
            <a:r>
              <a:t>Count wrong taps across both incorrect options. Switching from नौका to कौआ must not reset the counter.</a:t>
            </a:r>
          </a:p>
          <a:p>
            <a:r>
              <a:t>Trigger Hint 1 after the first wrong tap, Hint 2 after the second, and Hint 3 after the third.</a:t>
            </a:r>
          </a:p>
          <a:p>
            <a:r>
              <a:t>If the child answers correctly at any earlier stage, accept the answer immediately and stop the hint sequence.</a:t>
            </a:r>
          </a:p>
          <a:p>
            <a:r>
              <a:t>The hand nudge appears only in Hint 3 for this guided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Word Changes:</a:t>
            </a:r>
          </a:p>
          <a:p>
            <a:r>
              <a:t>Use ढोल, तोता, कौआ, पौधा, with clear picture support.</a:t>
            </a:r>
          </a:p>
          <a:p>
            <a:r>
              <a:t>ओ की मात्रा: ढोल, तोता</a:t>
            </a:r>
          </a:p>
          <a:p>
            <a:r>
              <a:t>औ की मात्रा: कौआ, पौधा</a:t>
            </a:r>
          </a:p>
          <a:p>
            <a:r>
              <a:t>Replace the current cards खिलौना, मोर, कौआ, घोड़ा with the updated set.</a:t>
            </a:r>
          </a:p>
          <a:p>
            <a:r>
              <a:t>Heading / Question Text:</a:t>
            </a:r>
          </a:p>
          <a:p>
            <a:r>
              <a:t>“हर शब्द को उसकी सही मात्रा वाले डिब्बे में डालिए।”</a:t>
            </a:r>
          </a:p>
          <a:p>
            <a:r>
              <a:t>Entry Animation:</a:t>
            </a:r>
          </a:p>
          <a:p>
            <a:r>
              <a:t>The train enters smoothly from right to left.</a:t>
            </a:r>
          </a:p>
          <a:p>
            <a:r>
              <a:t>It stops at the centre of the screen.</a:t>
            </a:r>
          </a:p>
          <a:p>
            <a:r>
              <a:t>Show two coaches labelled ओ and औ.</a:t>
            </a:r>
          </a:p>
          <a:p>
            <a:r>
              <a:t>Keep both drop areas empty.</a:t>
            </a:r>
          </a:p>
          <a:p>
            <a:r>
              <a:t>Four draggable picture-and-word cards appear below the train in mixed order: पौधा, ढोल, कौआ, तोता.</a:t>
            </a:r>
          </a:p>
          <a:p>
            <a:r>
              <a:t>Play the instruction VO, then read each card’s word aloud before enabling interaction.</a:t>
            </a:r>
          </a:p>
          <a:p>
            <a:r>
              <a:t>On Screen:</a:t>
            </a:r>
          </a:p>
          <a:p>
            <a:r>
              <a:t>Keep the heading at the top.</a:t>
            </a:r>
          </a:p>
          <a:p>
            <a:r>
              <a:t>Use only ओ and औ as the coach labels.</a:t>
            </a:r>
          </a:p>
          <a:p>
            <a:r>
              <a:t>Each card should show a clear picture with its word underneath.</a:t>
            </a:r>
          </a:p>
          <a:p>
            <a:r>
              <a:t>Initially, keep all words in the regular text colour without matra highlights.</a:t>
            </a:r>
          </a:p>
          <a:p>
            <a:r>
              <a:t>Do not add extra instruction text in the play area.</a:t>
            </a:r>
          </a:p>
          <a:p>
            <a:r>
              <a:t>Keep the existing mascot and overall UI/UX style unchanged.</a:t>
            </a:r>
          </a:p>
          <a:p>
            <a:r>
              <a:t>Image Requirements:</a:t>
            </a:r>
          </a:p>
          <a:p>
            <a:r>
              <a:t>ढोल: A recognisable traditional drum with a cylindrical body, two drumheads and visible side lacing. Show it at an angle so its shape is clear.</a:t>
            </a:r>
          </a:p>
          <a:p>
            <a:r>
              <a:t>तोता: A recognisable green parrot with a curved red beak and a long tail.</a:t>
            </a:r>
          </a:p>
          <a:p>
            <a:r>
              <a:t>कौआ: A recognisable crow with dark feathers, a clear beak, wings and visible feet.</a:t>
            </a:r>
          </a:p>
          <a:p>
            <a:r>
              <a:t>पौधा: A small green plant growing in soil, with a clearly visible stem and a few leaves.</a:t>
            </a:r>
          </a:p>
          <a:p>
            <a:r>
              <a:t>Make the parrot and crow visually distinct.</a:t>
            </a:r>
          </a:p>
          <a:p>
            <a:r>
              <a:t>Use consistent, child-friendly artwork with minimal background detail.</a:t>
            </a:r>
          </a:p>
          <a:p>
            <a:r>
              <a:t>Pair every picture with its written word and spoken name.</a:t>
            </a:r>
          </a:p>
          <a:p>
            <a:r>
              <a:t>Instruction VO:</a:t>
            </a:r>
          </a:p>
          <a:p>
            <a:r>
              <a:t>“हर शब्द को उसकी सही मात्रा वाले डिब्बे में डालिए।”</a:t>
            </a:r>
          </a:p>
          <a:p>
            <a:r>
              <a:t>Card-name VO:</a:t>
            </a:r>
          </a:p>
          <a:p>
            <a:r>
              <a:t>“पौधा।” / “ढोल।” / “कौआ।” / “तोता।”</a:t>
            </a:r>
          </a:p>
          <a:p>
            <a:r>
              <a:t>A tap on a card plays its name without counting as an answer attempt. Disable dragging while the word VO plays.</a:t>
            </a:r>
          </a:p>
          <a:p>
            <a:r>
              <a:t>Drag and Drop:</a:t>
            </a:r>
          </a:p>
          <a:p>
            <a:r>
              <a:t>The child drags each card into the correct coach.</a:t>
            </a:r>
          </a:p>
          <a:p>
            <a:r>
              <a:t>Correct mapping:</a:t>
            </a:r>
          </a:p>
          <a:p>
            <a:r>
              <a:t>WordCorrect डिब्बाढोलओतोताओकौआऔपौधाऔ</a:t>
            </a:r>
          </a:p>
          <a:p>
            <a:r>
              <a:t>Allow two cards inside each coach without overlap.</a:t>
            </a:r>
          </a:p>
          <a:p>
            <a:r>
              <a:t>Slightly enlarge the selected card while dragging.</a:t>
            </a:r>
          </a:p>
          <a:p>
            <a:r>
              <a:t>Give either coach the same neutral hover highlight when a card moves over it. This should not indicate whether the answer is correct.</a:t>
            </a:r>
          </a:p>
          <a:p>
            <a:r>
              <a:t>Correct Placement:</a:t>
            </a:r>
          </a:p>
          <a:p>
            <a:r>
              <a:t>Snap the card inside the correct coach.</a:t>
            </a:r>
          </a:p>
          <a:p>
            <a:r>
              <a:t>Show a small sparkle and play a success chime.</a:t>
            </a:r>
          </a:p>
          <a:p>
            <a:r>
              <a:t>Highlight the target matra inside the word.</a:t>
            </a:r>
          </a:p>
          <a:p>
            <a:r>
              <a:t>Lock the correctly placed card so it cannot be dragged again.</a:t>
            </a:r>
          </a:p>
          <a:p>
            <a:r>
              <a:t>Correct Response VO — Play Only the Matching Line:</a:t>
            </a:r>
          </a:p>
          <a:p>
            <a:r>
              <a:t>“शाबाश! ढोल शब्द में ओ की मात्रा है।”</a:t>
            </a:r>
          </a:p>
          <a:p>
            <a:r>
              <a:t>“शाबाश! तोता शब्द में ओ की मात्रा है।”</a:t>
            </a:r>
          </a:p>
          <a:p>
            <a:r>
              <a:t>“शाबाश! कौआ शब्द में औ की मात्रा है।”</a:t>
            </a:r>
          </a:p>
          <a:p>
            <a:r>
              <a:t>“शाबाश! पौधा शब्द में औ की मात्रा है।”</a:t>
            </a:r>
          </a:p>
          <a:p>
            <a:r>
              <a:t>Hint 1: Clarify — After the 1st Wrong Drop for That Card</a:t>
            </a:r>
          </a:p>
          <a:p>
            <a:r>
              <a:t>Softly shake the wrongly dropped card.</a:t>
            </a:r>
          </a:p>
          <a:p>
            <a:r>
              <a:t>Return it to its original position.</a:t>
            </a:r>
          </a:p>
          <a:p>
            <a:r>
              <a:t>Do not highlight a matra or the correct coach.</a:t>
            </a:r>
          </a:p>
          <a:p>
            <a:r>
              <a:t>Do not show a hand nudge.</a:t>
            </a:r>
          </a:p>
          <a:p>
            <a:r>
              <a:t>After the VO finishes, allow another attempt.</a:t>
            </a:r>
          </a:p>
          <a:p>
            <a:r>
              <a:t>VO:</a:t>
            </a:r>
          </a:p>
          <a:p>
            <a:r>
              <a:t>“फिर से पढ़िए। इस शब्द को उसकी सही मात्रा वाले डिब्बे में डालिए।”</a:t>
            </a:r>
          </a:p>
          <a:p>
            <a:r>
              <a:t>Hint 2: Strong Hint — After the 2nd Wrong Drop for That Card</a:t>
            </a:r>
          </a:p>
          <a:p>
            <a:r>
              <a:t>Softly shake the card and return it to its original position.</a:t>
            </a:r>
          </a:p>
          <a:p>
            <a:r>
              <a:t>Read only the wrongly dropped word.</a:t>
            </a:r>
          </a:p>
          <a:p>
            <a:r>
              <a:t>Highlight its target matra in red using the teaching-screen style:</a:t>
            </a:r>
          </a:p>
          <a:p>
            <a:r>
              <a:t>ढोल: Highlight the complete ो attached to ढ.</a:t>
            </a:r>
          </a:p>
          <a:p>
            <a:r>
              <a:t>तोता: Highlight the complete ो attached to the first त.</a:t>
            </a:r>
          </a:p>
          <a:p>
            <a:r>
              <a:t>कौआ: Highlight the complete ौ attached to क.</a:t>
            </a:r>
          </a:p>
          <a:p>
            <a:r>
              <a:t>पौधा: Highlight the complete ौ attached to प.</a:t>
            </a:r>
          </a:p>
          <a:p>
            <a:r>
              <a:t>Include the upper strokes and right-side vertical stroke of each target matra.</a:t>
            </a:r>
          </a:p>
          <a:p>
            <a:r>
              <a:t>Keep ा in तोता and पौधा, and the separate आ in कौआ, in the regular text colour.</a:t>
            </a:r>
          </a:p>
          <a:p>
            <a:r>
              <a:t>Keep the consonants and headline unchanged.</a:t>
            </a:r>
          </a:p>
          <a:p>
            <a:r>
              <a:t>Do not highlight the correct coach or show a hand.</a:t>
            </a:r>
          </a:p>
          <a:p>
            <a:r>
              <a:t>After the VO finishes, allow the child to try either coach.</a:t>
            </a:r>
          </a:p>
          <a:p>
            <a:r>
              <a:t>Word VO — Play Only the Current Word:</a:t>
            </a:r>
          </a:p>
          <a:p>
            <a:r>
              <a:t>“ढोल।” / “तोता।” / “कौआ।” / “पौधा।”</a:t>
            </a:r>
          </a:p>
          <a:p>
            <a:r>
              <a:t>Then:</a:t>
            </a:r>
          </a:p>
          <a:p>
            <a:r>
              <a:t>“इस शब्द को उसकी सही मात्रा वाले डिब्बे में डालिए।”</a:t>
            </a:r>
          </a:p>
          <a:p>
            <a:r>
              <a:t>Hint 3: Show the Answer — After the 3rd Wrong Drop for That Card</a:t>
            </a:r>
          </a:p>
          <a:p>
            <a:r>
              <a:t>Softly shake the card and return it to its original position.</a:t>
            </a:r>
          </a:p>
          <a:p>
            <a:r>
              <a:t>Give the current card and its correct coach a soft glow.</a:t>
            </a:r>
          </a:p>
          <a:p>
            <a:r>
              <a:t>Show a hand drag nudge from the card to the correct coach.</a:t>
            </a:r>
          </a:p>
          <a:p>
            <a:r>
              <a:t>Lock the wrong coach as a destination for this card.</a:t>
            </a:r>
          </a:p>
          <a:p>
            <a:r>
              <a:t>Temporarily disable other unfinished cards until this guided placement is complete.</a:t>
            </a:r>
          </a:p>
          <a:p>
            <a:r>
              <a:t>After the VO finishes, allow the child to drag the current card only into its correct coach.</a:t>
            </a:r>
          </a:p>
          <a:p>
            <a:r>
              <a:t>Do not place the card automatically.</a:t>
            </a:r>
          </a:p>
          <a:p>
            <a:r>
              <a:t>VO — Play Only the Matching Line:</a:t>
            </a:r>
          </a:p>
          <a:p>
            <a:r>
              <a:t>“ढोल शब्द में ओ की मात्रा है। इसे ओ वाले डिब्बे में डालिए।”</a:t>
            </a:r>
          </a:p>
          <a:p>
            <a:r>
              <a:t>“तोता शब्द में ओ की मात्रा है। इसे ओ वाले डिब्बे में डालिए।”</a:t>
            </a:r>
          </a:p>
          <a:p>
            <a:r>
              <a:t>“कौआ शब्द में औ की मात्रा है। इसे औ वाले डिब्बे में डालिए।”</a:t>
            </a:r>
          </a:p>
          <a:p>
            <a:r>
              <a:t>“पौधा शब्द में औ की मात्रा है। इसे औ वाले डिब्बे में डालिए।”</a:t>
            </a:r>
          </a:p>
          <a:p>
            <a:r>
              <a:t>Correct Placement After Hint 3:</a:t>
            </a:r>
          </a:p>
          <a:p>
            <a:r>
              <a:t>Snap the card into the correct coach.</a:t>
            </a:r>
          </a:p>
          <a:p>
            <a:r>
              <a:t>Remove the hand nudge.</a:t>
            </a:r>
          </a:p>
          <a:p>
            <a:r>
              <a:t>Show a small sparkle and play a success chime.</a:t>
            </a:r>
          </a:p>
          <a:p>
            <a:r>
              <a:t>Keep the target matra highlighted and lock the placed card.</a:t>
            </a:r>
          </a:p>
          <a:p>
            <a:r>
              <a:t>No additional VO is needed because Hint 3 has already explained the answer.</a:t>
            </a:r>
          </a:p>
          <a:p>
            <a:r>
              <a:t>Re-enable the remaining unfinished cards.</a:t>
            </a:r>
          </a:p>
          <a:p>
            <a:r>
              <a:t>Completion:</a:t>
            </a:r>
          </a:p>
          <a:p>
            <a:r>
              <a:t>When all four cards are correctly placed, give both coaches a soft glow.</a:t>
            </a:r>
          </a:p>
          <a:p>
            <a:r>
              <a:t>Play a brief train whistle with a subtle steam animation.</a:t>
            </a:r>
          </a:p>
          <a:p>
            <a:r>
              <a:t>Enable आगे after the feedback finishes.</a:t>
            </a:r>
          </a:p>
          <a:p>
            <a:r>
              <a:t>No extra completion VO is required.</a:t>
            </a:r>
          </a:p>
          <a:p>
            <a:r>
              <a:t>SFX:</a:t>
            </a:r>
          </a:p>
          <a:p>
            <a:r>
              <a:t>Soft train arrival/whistle sound.</a:t>
            </a:r>
          </a:p>
          <a:p>
            <a:r>
              <a:t>Light pick-up sound when dragging begins.</a:t>
            </a:r>
          </a:p>
          <a:p>
            <a:r>
              <a:t>Soft error sound on a wrong drop.</a:t>
            </a:r>
          </a:p>
          <a:p>
            <a:r>
              <a:t>Light drop/success sound on correct placement.</a:t>
            </a:r>
          </a:p>
          <a:p>
            <a:r>
              <a:t>Keep SFX below the VO volume.</a:t>
            </a:r>
          </a:p>
          <a:p>
            <a:r>
              <a:t>Next Button:</a:t>
            </a:r>
          </a:p>
          <a:p>
            <a:r>
              <a:t>Keep आगे disabled initially and throughout the activity.</a:t>
            </a:r>
          </a:p>
          <a:p>
            <a:r>
              <a:t>Activate it only after all four cards are correctly placed and feedback finishes.</a:t>
            </a:r>
          </a:p>
          <a:p>
            <a:r>
              <a:t>Developer Notes:</a:t>
            </a:r>
          </a:p>
          <a:p>
            <a:r>
              <a:t>Update the card images, written words, word audio and answer mappings to the new set.</a:t>
            </a:r>
          </a:p>
          <a:p>
            <a:r>
              <a:t>Disable all answer taps and drags while any VO is playing.</a:t>
            </a:r>
          </a:p>
          <a:p>
            <a:r>
              <a:t>Maintain a separate wrong-attempt counter for each card. Each new card starts at zero.</a:t>
            </a:r>
          </a:p>
          <a:p>
            <a:r>
              <a:t>If the child switches cards, preserve each unfinished card’s counter.</a:t>
            </a:r>
          </a:p>
          <a:p>
            <a:r>
              <a:t>Count a drop into the wrong coach as one wrong attempt. A name-only tap or release outside both coaches does not count.</a:t>
            </a:r>
          </a:p>
          <a:p>
            <a:r>
              <a:t>Trigger Hint 1 after the first wrong drop, Hint 2 after the second, and Hint 3 after the third for that card.</a:t>
            </a:r>
          </a:p>
          <a:p>
            <a:r>
              <a:t>Keep correctly placed cards locked throughout later hints.</a:t>
            </a:r>
          </a:p>
          <a:p>
            <a:r>
              <a:t>If the child places a card correctly earlier, stop its hint sequence immediately.</a:t>
            </a:r>
          </a:p>
          <a:p>
            <a:r>
              <a:t>Show the hand drag nudge only in Hint 3 for this guided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Heading / Question Text:</a:t>
            </a:r>
          </a:p>
          <a:p>
            <a:r>
              <a:t>“सही मात्रा को सही डिब्बे में डालिए।”</a:t>
            </a:r>
          </a:p>
          <a:p>
            <a:r>
              <a:t>Entry Animation:</a:t>
            </a:r>
          </a:p>
          <a:p>
            <a:r>
              <a:t>The train enters smoothly from right to left.</a:t>
            </a:r>
          </a:p>
          <a:p>
            <a:r>
              <a:t>It stops at the centre of the screen.</a:t>
            </a:r>
          </a:p>
          <a:p>
            <a:r>
              <a:t>Show two coaches labelled ओ and औ.</a:t>
            </a:r>
          </a:p>
          <a:p>
            <a:r>
              <a:t>Keep both drop areas empty.</a:t>
            </a:r>
          </a:p>
          <a:p>
            <a:r>
              <a:t>Show two draggable matra cards below the train: ◌ौ and ◌ो, as in the attached screen.</a:t>
            </a:r>
          </a:p>
          <a:p>
            <a:r>
              <a:t>Play the instruction VO before enabling interaction.</a:t>
            </a:r>
          </a:p>
          <a:p>
            <a:r>
              <a:t>On Screen:</a:t>
            </a:r>
          </a:p>
          <a:p>
            <a:r>
              <a:t>Keep the heading: “सही मात्रा को सही डिब्बे में डालिए।”</a:t>
            </a:r>
          </a:p>
          <a:p>
            <a:r>
              <a:t>Keep only ओ and औ above the coaches.</a:t>
            </a:r>
          </a:p>
          <a:p>
            <a:r>
              <a:t>Do not add matra symbols to the coach labels.</a:t>
            </a:r>
          </a:p>
          <a:p>
            <a:r>
              <a:t>Keep both matra cards in the regular text colour initially.</a:t>
            </a:r>
          </a:p>
          <a:p>
            <a:r>
              <a:t>Use a neutral dotted circle to display each matra clearly.</a:t>
            </a:r>
          </a:p>
          <a:p>
            <a:r>
              <a:t>Keep the existing mascot and overall UI/UX style unchanged.</a:t>
            </a:r>
          </a:p>
          <a:p>
            <a:r>
              <a:t>Instruction VO:</a:t>
            </a:r>
          </a:p>
          <a:p>
            <a:r>
              <a:t>“सही मात्रा को सही डिब्बे में डालिए।”</a:t>
            </a:r>
          </a:p>
          <a:p>
            <a:r>
              <a:t>Drag and Drop:</a:t>
            </a:r>
          </a:p>
          <a:p>
            <a:r>
              <a:t>The child drags each matra card into its matching coach.</a:t>
            </a:r>
          </a:p>
          <a:p>
            <a:r>
              <a:t>Correct mapping:</a:t>
            </a:r>
          </a:p>
          <a:p>
            <a:r>
              <a:t>◌ो → ओ</a:t>
            </a:r>
          </a:p>
          <a:p>
            <a:r>
              <a:t>◌ौ → औ</a:t>
            </a:r>
          </a:p>
          <a:p>
            <a:r>
              <a:t>Allow only one matra card inside each coach.</a:t>
            </a:r>
          </a:p>
          <a:p>
            <a:r>
              <a:t>Slightly enlarge the selected card while dragging.</a:t>
            </a:r>
          </a:p>
          <a:p>
            <a:r>
              <a:t>Use the same neutral hover highlight for either coach. It should not reveal whether the destination is correct.</a:t>
            </a:r>
          </a:p>
          <a:p>
            <a:r>
              <a:t>Do not announce the matra’s name on initial pick-up, as this would identify its matching coach.</a:t>
            </a:r>
          </a:p>
          <a:p>
            <a:r>
              <a:t>Correct Placement:</a:t>
            </a:r>
          </a:p>
          <a:p>
            <a:r>
              <a:t>Snap the matra card inside the correct coach.</a:t>
            </a:r>
          </a:p>
          <a:p>
            <a:r>
              <a:t>Show a small sparkle and play a success chime.</a:t>
            </a:r>
          </a:p>
          <a:p>
            <a:r>
              <a:t>Highlight only the complete matra strokes in red.</a:t>
            </a:r>
          </a:p>
          <a:p>
            <a:r>
              <a:t>Keep the dotted circle neutral.</a:t>
            </a:r>
          </a:p>
          <a:p>
            <a:r>
              <a:t>Lock the correctly placed card.</a:t>
            </a:r>
          </a:p>
          <a:p>
            <a:r>
              <a:t>Correct Response VO — Play Only the Matching Line:</a:t>
            </a:r>
          </a:p>
          <a:p>
            <a:r>
              <a:t>For ◌ो:</a:t>
            </a:r>
          </a:p>
          <a:p>
            <a:r>
              <a:t>“शाबाश! यह ओ की मात्रा है।”</a:t>
            </a:r>
          </a:p>
          <a:p>
            <a:r>
              <a:t>For ◌ौ:</a:t>
            </a:r>
          </a:p>
          <a:p>
            <a:r>
              <a:t>“शाबाश! यह औ की मात्रा है।”</a:t>
            </a:r>
          </a:p>
          <a:p>
            <a:r>
              <a:t>Hint 1: Clarify — After the 1st Wrong Drop for That Card</a:t>
            </a:r>
          </a:p>
          <a:p>
            <a:r>
              <a:t>Softly shake the wrongly dropped card.</a:t>
            </a:r>
          </a:p>
          <a:p>
            <a:r>
              <a:t>Return it to its original position.</a:t>
            </a:r>
          </a:p>
          <a:p>
            <a:r>
              <a:t>Do not highlight the matra or either coach.</a:t>
            </a:r>
          </a:p>
          <a:p>
            <a:r>
              <a:t>Do not show a hand nudge.</a:t>
            </a:r>
          </a:p>
          <a:p>
            <a:r>
              <a:t>After the VO finishes, allow another attempt.</a:t>
            </a:r>
          </a:p>
          <a:p>
            <a:r>
              <a:t>VO:</a:t>
            </a:r>
          </a:p>
          <a:p>
            <a:r>
              <a:t>“फिर से देखिए। सही मात्रा को सही डिब्बे में डालिए।”</a:t>
            </a:r>
          </a:p>
          <a:p>
            <a:r>
              <a:t>Hint 2: Strong Hint — After the 2nd Wrong Drop for That Card</a:t>
            </a:r>
          </a:p>
          <a:p>
            <a:r>
              <a:t>Softly shake the card and return it.</a:t>
            </a:r>
          </a:p>
          <a:p>
            <a:r>
              <a:t>Slightly enlarge only the wrongly dropped matra card.</a:t>
            </a:r>
          </a:p>
          <a:p>
            <a:r>
              <a:t>Highlight its complete matra strokes in red using the teaching-screen style.</a:t>
            </a:r>
          </a:p>
          <a:p>
            <a:r>
              <a:t>For ◌ो, trace its single upper stroke and right-side vertical stroke.</a:t>
            </a:r>
          </a:p>
          <a:p>
            <a:r>
              <a:t>For ◌ौ, trace its two upper strokes and right-side vertical stroke.</a:t>
            </a:r>
          </a:p>
          <a:p>
            <a:r>
              <a:t>Keep the dotted circle neutral.</a:t>
            </a:r>
          </a:p>
          <a:p>
            <a:r>
              <a:t>Keep both coach labels visible without highlighting the correct one.</a:t>
            </a:r>
          </a:p>
          <a:p>
            <a:r>
              <a:t>Do not announce the matra’s name or show a hand nudge.</a:t>
            </a:r>
          </a:p>
          <a:p>
            <a:r>
              <a:t>After the VO finishes, return the card to its normal size and allow another attempt.</a:t>
            </a:r>
          </a:p>
          <a:p>
            <a:r>
              <a:t>VO:</a:t>
            </a:r>
          </a:p>
          <a:p>
            <a:r>
              <a:t>“मात्रा का आकार ध्यान से देखिए। इसे सही डिब्बे में डालिए।”</a:t>
            </a:r>
          </a:p>
          <a:p>
            <a:r>
              <a:t>Hint 3: Show the Answer — After the 3rd Wrong Drop for That Card</a:t>
            </a:r>
          </a:p>
          <a:p>
            <a:r>
              <a:t>Softly shake the card and return it.</a:t>
            </a:r>
          </a:p>
          <a:p>
            <a:r>
              <a:t>Give the current matra card and its correct coach a soft glow.</a:t>
            </a:r>
          </a:p>
          <a:p>
            <a:r>
              <a:t>Show a hand drag nudge from the card to the correct coach.</a:t>
            </a:r>
          </a:p>
          <a:p>
            <a:r>
              <a:t>Lock the wrong coach as a destination for this card.</a:t>
            </a:r>
          </a:p>
          <a:p>
            <a:r>
              <a:t>Temporarily disable the other unfinished card.</a:t>
            </a:r>
          </a:p>
          <a:p>
            <a:r>
              <a:t>After the VO finishes, allow only the correct placement.</a:t>
            </a:r>
          </a:p>
          <a:p>
            <a:r>
              <a:t>Wait for the child to complete the drag. Do not place the card automatically.</a:t>
            </a:r>
          </a:p>
          <a:p>
            <a:r>
              <a:t>VO for ◌ो:</a:t>
            </a:r>
          </a:p>
          <a:p>
            <a:r>
              <a:t>“यह ओ की मात्रा है। इसे ओ वाले डिब्बे में डालिए।”</a:t>
            </a:r>
          </a:p>
          <a:p>
            <a:r>
              <a:t>VO for ◌ौ:</a:t>
            </a:r>
          </a:p>
          <a:p>
            <a:r>
              <a:t>“यह औ की मात्रा है। इसे औ वाले डिब्बे में डालिए।”</a:t>
            </a:r>
          </a:p>
          <a:p>
            <a:r>
              <a:t>Correct Placement After Hint 3:</a:t>
            </a:r>
          </a:p>
          <a:p>
            <a:r>
              <a:t>Snap the card inside the correct coach.</a:t>
            </a:r>
          </a:p>
          <a:p>
            <a:r>
              <a:t>Remove the hand nudge.</a:t>
            </a:r>
          </a:p>
          <a:p>
            <a:r>
              <a:t>Show a small sparkle and play a success chime.</a:t>
            </a:r>
          </a:p>
          <a:p>
            <a:r>
              <a:t>Lock the placed card.</a:t>
            </a:r>
          </a:p>
          <a:p>
            <a:r>
              <a:t>No additional VO is needed because Hint 3 has already explained the answer.</a:t>
            </a:r>
          </a:p>
          <a:p>
            <a:r>
              <a:t>Re-enable the remaining card, if any.</a:t>
            </a:r>
          </a:p>
          <a:p>
            <a:r>
              <a:t>Completion:</a:t>
            </a:r>
          </a:p>
          <a:p>
            <a:r>
              <a:t>When both matras are placed correctly, give both coaches a soft glow.</a:t>
            </a:r>
          </a:p>
          <a:p>
            <a:r>
              <a:t>Play a brief train whistle with a subtle steam animation.</a:t>
            </a:r>
          </a:p>
          <a:p>
            <a:r>
              <a:t>Enable आगे after the feedback finishes.</a:t>
            </a:r>
          </a:p>
          <a:p>
            <a:r>
              <a:t>No extra completion VO is required.</a:t>
            </a:r>
          </a:p>
          <a:p>
            <a:r>
              <a:t>SFX:</a:t>
            </a:r>
          </a:p>
          <a:p>
            <a:r>
              <a:t>Soft train arrival/whistle sound.</a:t>
            </a:r>
          </a:p>
          <a:p>
            <a:r>
              <a:t>Light pick-up sound when dragging begins.</a:t>
            </a:r>
          </a:p>
          <a:p>
            <a:r>
              <a:t>Soft error sound on a wrong drop.</a:t>
            </a:r>
          </a:p>
          <a:p>
            <a:r>
              <a:t>Light success chime on correct placement.</a:t>
            </a:r>
          </a:p>
          <a:p>
            <a:r>
              <a:t>Keep SFX below the VO volume.</a:t>
            </a:r>
          </a:p>
          <a:p>
            <a:r>
              <a:t>Next Button:</a:t>
            </a:r>
          </a:p>
          <a:p>
            <a:r>
              <a:t>Keep आगे disabled initially and throughout the hints.</a:t>
            </a:r>
          </a:p>
          <a:p>
            <a:r>
              <a:t>Activate it only after both matras are correctly placed and feedback finishes.</a:t>
            </a:r>
          </a:p>
          <a:p>
            <a:r>
              <a:t>Developer Notes:</a:t>
            </a:r>
          </a:p>
          <a:p>
            <a:r>
              <a:t>Disable all answer taps and drags while any VO is playing.</a:t>
            </a:r>
          </a:p>
          <a:p>
            <a:r>
              <a:t>Maintain a separate wrong-attempt counter for each card.</a:t>
            </a:r>
          </a:p>
          <a:p>
            <a:r>
              <a:t>Each card starts at zero. Switching cards must not reset an existing counter.</a:t>
            </a:r>
          </a:p>
          <a:p>
            <a:r>
              <a:t>Count a drop into the wrong coach as one wrong attempt. Releasing outside both coaches simply returns the card without adding an attempt.</a:t>
            </a:r>
          </a:p>
          <a:p>
            <a:r>
              <a:t>Keep correctly placed cards locked. A wrong drop onto an occupied coach should return the dragged card without disturbing the placed card.</a:t>
            </a:r>
          </a:p>
          <a:p>
            <a:r>
              <a:t>If the child answers correctly earlier, stop that card’s hint sequence.</a:t>
            </a:r>
          </a:p>
          <a:p>
            <a:r>
              <a:t>Show the hand drag nudge only in Hint 3 for this guided activity.</a:t>
            </a:r>
          </a:p>
          <a:p>
            <a:r>
              <a:t>With only two cards, the second placement may be completed by elimination. Treat this screen as supported matching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Word Changes:</a:t>
            </a:r>
          </a:p>
          <a:p>
            <a:r>
              <a:t>Use मोर, ढोल, पौधा. All three are familiar words that can be represented with clear pictures.</a:t>
            </a:r>
          </a:p>
          <a:p>
            <a:r>
              <a:t>Keep मोर and ढोल.</a:t>
            </a:r>
          </a:p>
          <a:p>
            <a:r>
              <a:t>Replace कौआ with पौधा.</a:t>
            </a:r>
          </a:p>
          <a:p>
            <a:r>
              <a:t>Use मो, ढो, पौ as the correct अक्षर options.</a:t>
            </a:r>
          </a:p>
          <a:p>
            <a:r>
              <a:t>Use नौ, कौ as distractors.</a:t>
            </a:r>
          </a:p>
          <a:p>
            <a:r>
              <a:t>Activity Concept:</a:t>
            </a:r>
          </a:p>
          <a:p>
            <a:r>
              <a:t>Keep the train with three coaches.</a:t>
            </a:r>
          </a:p>
          <a:p>
            <a:r>
              <a:t>Each coach contains a blank for the first अक्षर, followed by the remaining part of the word.</a:t>
            </a:r>
          </a:p>
          <a:p>
            <a:r>
              <a:t>The child looks at the picture and drags the correct अक्षर into the blank.</a:t>
            </a:r>
          </a:p>
          <a:p>
            <a:r>
              <a:t>Use whole अक्षर options rather than separate matra symbols.</a:t>
            </a:r>
          </a:p>
          <a:p>
            <a:r>
              <a:t>Heading / Question Text:</a:t>
            </a:r>
          </a:p>
          <a:p>
            <a:r>
              <a:t>“चित्र देखकर सही अक्षर से शब्द पूरा कीजिए।”</a:t>
            </a:r>
          </a:p>
          <a:p>
            <a:r>
              <a:t>On Screen:</a:t>
            </a:r>
          </a:p>
          <a:p>
            <a:r>
              <a:t>Show these pictures and incomplete words:</a:t>
            </a:r>
          </a:p>
          <a:p>
            <a:r>
              <a:t>PictureIncomplete WordCorrect OptionCompleted WordPeacock_रमोमोरDrum_लढोढोलPlant_धापौपौधा</a:t>
            </a:r>
          </a:p>
          <a:p>
            <a:r>
              <a:t>Replace the crow picture above the third coach with a small green plant.</a:t>
            </a:r>
          </a:p>
          <a:p>
            <a:r>
              <a:t>Change the third incomplete word from _आ to _धा.</a:t>
            </a:r>
          </a:p>
          <a:p>
            <a:r>
              <a:t>Show five draggable options in this mixed order: मो, नौ, ढो, पौ, कौ.</a:t>
            </a:r>
          </a:p>
          <a:p>
            <a:r>
              <a:t>नौ and कौ do not correctly complete any pictured word.</a:t>
            </a:r>
          </a:p>
          <a:p>
            <a:r>
              <a:t>Do not show complete words or highlight matras initially.</a:t>
            </a:r>
          </a:p>
          <a:p>
            <a:r>
              <a:t>Keep the existing mascot and train UI/UX style unchanged.</a:t>
            </a:r>
          </a:p>
          <a:p>
            <a:r>
              <a:t>Image Requirements:</a:t>
            </a:r>
          </a:p>
          <a:p>
            <a:r>
              <a:t>मोर: A recognisable peacock with a blue neck, head crest and clearly visible colourful tail feathers.</a:t>
            </a:r>
          </a:p>
          <a:p>
            <a:r>
              <a:t>ढोल: A recognisable drum with a cylindrical body, two drumheads and visible side lacing. Keep its shape clear.</a:t>
            </a:r>
          </a:p>
          <a:p>
            <a:r>
              <a:t>पौधा: A small green plant growing in soil, with a visible stem and a few leaves. Show a young plant rather than a large tree.</a:t>
            </a:r>
          </a:p>
          <a:p>
            <a:r>
              <a:t>Keep all pictures large enough to recognise.</a:t>
            </a:r>
          </a:p>
          <a:p>
            <a:r>
              <a:t>Use a consistent, child-friendly illustration style with minimal background detail.</a:t>
            </a:r>
          </a:p>
          <a:p>
            <a:r>
              <a:t>Entry Animation:</a:t>
            </a:r>
          </a:p>
          <a:p>
            <a:r>
              <a:t>The train enters smoothly from right to left and stops at the centre.</a:t>
            </a:r>
          </a:p>
          <a:p>
            <a:r>
              <a:t>Picture cards appear above the coaches.</a:t>
            </a:r>
          </a:p>
          <a:p>
            <a:r>
              <a:t>Incomplete words appear inside the coaches.</a:t>
            </a:r>
          </a:p>
          <a:p>
            <a:r>
              <a:t>अक्षर options slide up from the bottom.</a:t>
            </a:r>
          </a:p>
          <a:p>
            <a:r>
              <a:t>Play the instruction VO before enabling interaction.</a:t>
            </a:r>
          </a:p>
          <a:p>
            <a:r>
              <a:t>Instruction VO:</a:t>
            </a:r>
          </a:p>
          <a:p>
            <a:r>
              <a:t>“चित्र देखकर सही अक्षर से शब्द पूरा कीजिए।”</a:t>
            </a:r>
          </a:p>
          <a:p>
            <a:r>
              <a:t>Option VO:</a:t>
            </a:r>
          </a:p>
          <a:p>
            <a:r>
              <a:t>Tapping an अक्षर card plays only its sound:</a:t>
            </a:r>
          </a:p>
          <a:p>
            <a:r>
              <a:t>“मो।” / “नौ।” / “ढो।” / “पौ।” / “कौ।”</a:t>
            </a:r>
          </a:p>
          <a:p>
            <a:r>
              <a:t>A sound-only tap does not count as an answer attempt.</a:t>
            </a:r>
          </a:p>
          <a:p>
            <a:r>
              <a:t>Disable dragging while the VO plays.</a:t>
            </a:r>
          </a:p>
          <a:p>
            <a:r>
              <a:t>Drag and Drop:</a:t>
            </a:r>
          </a:p>
          <a:p>
            <a:r>
              <a:t>The child drags an अक्षर into a word’s blank.</a:t>
            </a:r>
          </a:p>
          <a:p>
            <a:r>
              <a:t>Correct combinations:</a:t>
            </a:r>
          </a:p>
          <a:p>
            <a:r>
              <a:t>मो + र = मोर</a:t>
            </a:r>
          </a:p>
          <a:p>
            <a:r>
              <a:t>ढो + ल = ढोल</a:t>
            </a:r>
          </a:p>
          <a:p>
            <a:r>
              <a:t>पौ + धा = पौधा</a:t>
            </a:r>
          </a:p>
          <a:p>
            <a:r>
              <a:t>Slightly enlarge the selected card while dragging.</a:t>
            </a:r>
          </a:p>
          <a:p>
            <a:r>
              <a:t>Give each blank the same neutral hover highlight, without indicating whether the option is correct.</a:t>
            </a:r>
          </a:p>
          <a:p>
            <a:r>
              <a:t>Accept a placement only when the completed word matches the picture.</a:t>
            </a:r>
          </a:p>
          <a:p>
            <a:r>
              <a:t>Correct Placement:</a:t>
            </a:r>
          </a:p>
          <a:p>
            <a:r>
              <a:t>Snap the अक्षर into the blank.</a:t>
            </a:r>
          </a:p>
          <a:p>
            <a:r>
              <a:t>Show the completed word.</a:t>
            </a:r>
          </a:p>
          <a:p>
            <a:r>
              <a:t>Highlight only its target matra in red:</a:t>
            </a:r>
          </a:p>
          <a:p>
            <a:r>
              <a:t>मोर: Highlight ो attached to म.</a:t>
            </a:r>
          </a:p>
          <a:p>
            <a:r>
              <a:t>ढोल: Highlight ो attached to ढ.</a:t>
            </a:r>
          </a:p>
          <a:p>
            <a:r>
              <a:t>पौधा: Highlight ौ attached to प.</a:t>
            </a:r>
          </a:p>
          <a:p>
            <a:r>
              <a:t>Keep ा in धा in the regular text colour.</a:t>
            </a:r>
          </a:p>
          <a:p>
            <a:r>
              <a:t>Show a small sparkle and play a success chime.</a:t>
            </a:r>
          </a:p>
          <a:p>
            <a:r>
              <a:t>Lock the completed word and its used अक्षर card.</a:t>
            </a:r>
          </a:p>
          <a:p>
            <a:r>
              <a:t>Correct Response VO — Play Only the Matching Line:</a:t>
            </a:r>
          </a:p>
          <a:p>
            <a:r>
              <a:t>“शाबाश! मोर बन गया।”</a:t>
            </a:r>
          </a:p>
          <a:p>
            <a:r>
              <a:t>“शाबाश! ढोल बन गया।”</a:t>
            </a:r>
          </a:p>
          <a:p>
            <a:r>
              <a:t>“शाबाश! पौधा बन गया।”</a:t>
            </a:r>
          </a:p>
          <a:p>
            <a:r>
              <a:t>Hint 1: Clarify — After the 1st Wrong Drop</a:t>
            </a:r>
          </a:p>
          <a:p>
            <a:r>
              <a:t>Softly shake the wrongly dropped अक्षर card.</a:t>
            </a:r>
          </a:p>
          <a:p>
            <a:r>
              <a:t>Return it to its original position.</a:t>
            </a:r>
          </a:p>
          <a:p>
            <a:r>
              <a:t>Do not highlight the correct अक्षर or blank.</a:t>
            </a:r>
          </a:p>
          <a:p>
            <a:r>
              <a:t>Do not show a hand nudge.</a:t>
            </a:r>
          </a:p>
          <a:p>
            <a:r>
              <a:t>After the VO finishes, allow another attempt.</a:t>
            </a:r>
          </a:p>
          <a:p>
            <a:r>
              <a:t>VO:</a:t>
            </a:r>
          </a:p>
          <a:p>
            <a:r>
              <a:t>“फिर से देखिए। चित्र देखकर सही अक्षर से शब्द पूरा कीजिए।”</a:t>
            </a:r>
          </a:p>
          <a:p>
            <a:r>
              <a:t>Hint 2: Strong Hint — After the 2nd Wrong Drop</a:t>
            </a:r>
          </a:p>
          <a:p>
            <a:r>
              <a:t>Softly shake the card and return it.</a:t>
            </a:r>
          </a:p>
          <a:p>
            <a:r>
              <a:t>Read only the wrongly dropped अक्षर.</a:t>
            </a:r>
          </a:p>
          <a:p>
            <a:r>
              <a:t>Slightly enlarge that card and highlight its matra in red:</a:t>
            </a:r>
          </a:p>
          <a:p>
            <a:r>
              <a:t>मो, ढो: Highlight the complete ो मात्रा.</a:t>
            </a:r>
          </a:p>
          <a:p>
            <a:r>
              <a:t>नौ, पौ, कौ: Highlight the complete ौ मात्रा.</a:t>
            </a:r>
          </a:p>
          <a:p>
            <a:r>
              <a:t>Include the upper strokes and right-side vertical stroke of the matra.</a:t>
            </a:r>
          </a:p>
          <a:p>
            <a:r>
              <a:t>Keep the consonant and headline unchanged.</a:t>
            </a:r>
          </a:p>
          <a:p>
            <a:r>
              <a:t>Keep the relevant picture and incomplete word clearly visible so the child can compare.</a:t>
            </a:r>
          </a:p>
          <a:p>
            <a:r>
              <a:t>Do not highlight the correct option or show a hand nudge.</a:t>
            </a:r>
          </a:p>
          <a:p>
            <a:r>
              <a:t>After the VO finishes, return the card to its normal size and allow another attempt.</a:t>
            </a:r>
          </a:p>
          <a:p>
            <a:r>
              <a:t>Option VO — Play Only the Wrongly Dropped अक्षर:</a:t>
            </a:r>
          </a:p>
          <a:p>
            <a:r>
              <a:t>“मो।” / “नौ।” / “ढो।” / “पौ।” / “कौ।”</a:t>
            </a:r>
          </a:p>
          <a:p>
            <a:r>
              <a:t>Then:</a:t>
            </a:r>
          </a:p>
          <a:p>
            <a:r>
              <a:t>“चित्र देखकर सही अक्षर से शब्द पूरा कीजिए।”</a:t>
            </a:r>
          </a:p>
          <a:p>
            <a:r>
              <a:t>Hint 3: Show the Answer — After the 3rd Wrong Drop</a:t>
            </a:r>
          </a:p>
          <a:p>
            <a:r>
              <a:t>Return the wrong card to its original position.</a:t>
            </a:r>
          </a:p>
          <a:p>
            <a:r>
              <a:t>Give the correct अक्षर and its matching blank a soft glow.</a:t>
            </a:r>
          </a:p>
          <a:p>
            <a:r>
              <a:t>Temporarily lock all other options and destinations.</a:t>
            </a:r>
          </a:p>
          <a:p>
            <a:r>
              <a:t>After the VO finishes, allow only the correct placement.</a:t>
            </a:r>
          </a:p>
          <a:p>
            <a:r>
              <a:t>Wait for the child to drag the अक्षर into the blank. Do not complete the word automatically.</a:t>
            </a:r>
          </a:p>
          <a:p>
            <a:r>
              <a:t>VO for मोर:</a:t>
            </a:r>
          </a:p>
          <a:p>
            <a:r>
              <a:t>“मो लगाने से मोर बनता है। मो को खाली जगह में डालिए।”</a:t>
            </a:r>
          </a:p>
          <a:p>
            <a:r>
              <a:t>VO for ढोल:</a:t>
            </a:r>
          </a:p>
          <a:p>
            <a:r>
              <a:t>“ढो लगाने से ढोल बनता है। ढो को खाली जगह में डालिए।”</a:t>
            </a:r>
          </a:p>
          <a:p>
            <a:r>
              <a:t>VO for पौधा:</a:t>
            </a:r>
          </a:p>
          <a:p>
            <a:r>
              <a:t>“पौ लगाने से पौधा बनता है। पौ को खाली जगह में डालिए।”</a:t>
            </a:r>
          </a:p>
          <a:p>
            <a:r>
              <a:t>Practice-Round Hand Nudge:</a:t>
            </a:r>
          </a:p>
          <a:p>
            <a:r>
              <a:t>Confirm with Ankita whether Hint 3 should include a hand drag nudge.</a:t>
            </a:r>
          </a:p>
          <a:p>
            <a:r>
              <a:t>Pending confirmation, use glow and lock without a hand, following the earlier practice QA feedback.</a:t>
            </a:r>
          </a:p>
          <a:p>
            <a:r>
              <a:t>If approved, animate the hand from the correct अक्षर to its matching blank.</a:t>
            </a:r>
          </a:p>
          <a:p>
            <a:r>
              <a:t>Distractor Handling and Attempt Counts:</a:t>
            </a:r>
          </a:p>
          <a:p>
            <a:r>
              <a:t>Keep a separate wrong-attempt counter for each correct अक्षर card: मो, ढो, पौ.</a:t>
            </a:r>
          </a:p>
          <a:p>
            <a:r>
              <a:t>Preserve its counter if the child switches cards. Each new card starts at zero.</a:t>
            </a:r>
          </a:p>
          <a:p>
            <a:r>
              <a:t>At Hint 3, guide that अक्षर to its matching word.</a:t>
            </a:r>
          </a:p>
          <a:p>
            <a:r>
              <a:t>A wrong drop of नौ or कौ also counts as an attempt. Track these errors against the unfinished blank where the distractor was dropped.</a:t>
            </a:r>
          </a:p>
          <a:p>
            <a:r>
              <a:t>Switching between नौ and कौ must not reset that blank’s distractor counter.</a:t>
            </a:r>
          </a:p>
          <a:p>
            <a:r>
              <a:t>After the third distractor error for a blank, reveal the correct अक्षर for that blank.</a:t>
            </a:r>
          </a:p>
          <a:p>
            <a:r>
              <a:t>A release outside all blanks simply returns the card and does not count as an answer attempt.</a:t>
            </a:r>
          </a:p>
          <a:p>
            <a:r>
              <a:t>Correct Placement After Hint 3:</a:t>
            </a:r>
          </a:p>
          <a:p>
            <a:r>
              <a:t>Snap the correct अक्षर into place.</a:t>
            </a:r>
          </a:p>
          <a:p>
            <a:r>
              <a:t>Show the completed word and highlight its target matra.</a:t>
            </a:r>
          </a:p>
          <a:p>
            <a:r>
              <a:t>Remove any hand nudge.</a:t>
            </a:r>
          </a:p>
          <a:p>
            <a:r>
              <a:t>Show a small sparkle and play a success chime.</a:t>
            </a:r>
          </a:p>
          <a:p>
            <a:r>
              <a:t>No additional VO is needed because Hint 3 has already explained the answer.</a:t>
            </a:r>
          </a:p>
          <a:p>
            <a:r>
              <a:t>Lock the completed word and re-enable the remaining unfinished items.</a:t>
            </a:r>
          </a:p>
          <a:p>
            <a:r>
              <a:t>Completion:</a:t>
            </a:r>
          </a:p>
          <a:p>
            <a:r>
              <a:t>Finish when मोर, ढोल and पौधा are complete.</a:t>
            </a:r>
          </a:p>
          <a:p>
            <a:r>
              <a:t>Leave the unused distractors in the tray and disable them.</a:t>
            </a:r>
          </a:p>
          <a:p>
            <a:r>
              <a:t>Give all three coaches a soft glow.</a:t>
            </a:r>
          </a:p>
          <a:p>
            <a:r>
              <a:t>Play a brief train whistle with a subtle steam animation.</a:t>
            </a:r>
          </a:p>
          <a:p>
            <a:r>
              <a:t>Enable आगे after feedback finishes.</a:t>
            </a:r>
          </a:p>
          <a:p>
            <a:r>
              <a:t>No extra completion VO is required.</a:t>
            </a:r>
          </a:p>
          <a:p>
            <a:r>
              <a:t>SFX:</a:t>
            </a:r>
          </a:p>
          <a:p>
            <a:r>
              <a:t>Soft train arrival/whistle sound.</a:t>
            </a:r>
          </a:p>
          <a:p>
            <a:r>
              <a:t>Light pick-up sound.</a:t>
            </a:r>
          </a:p>
          <a:p>
            <a:r>
              <a:t>Soft error sound on a wrong drop.</a:t>
            </a:r>
          </a:p>
          <a:p>
            <a:r>
              <a:t>Light success chime on correct completion.</a:t>
            </a:r>
          </a:p>
          <a:p>
            <a:r>
              <a:t>Keep all SFX below the VO volume.</a:t>
            </a:r>
          </a:p>
          <a:p>
            <a:r>
              <a:t>Next Button:</a:t>
            </a:r>
          </a:p>
          <a:p>
            <a:r>
              <a:t>Keep आगे disabled initially and throughout the activity.</a:t>
            </a:r>
          </a:p>
          <a:p>
            <a:r>
              <a:t>Activate it only after all three words are complete and feedback finishes.</a:t>
            </a:r>
          </a:p>
          <a:p>
            <a:r>
              <a:t>Developer Notes:</a:t>
            </a:r>
          </a:p>
          <a:p>
            <a:r>
              <a:t>Update the third picture, incomplete word and answer mapping to पौधा, _धा, पौ.</a:t>
            </a:r>
          </a:p>
          <a:p>
            <a:r>
              <a:t>Disable all answer taps and drags while any VO is playing.</a:t>
            </a:r>
          </a:p>
          <a:p>
            <a:r>
              <a:t>Keep completed words locked throughout later hints.</a:t>
            </a:r>
          </a:p>
          <a:p>
            <a:r>
              <a:t>Stop an item’s hint sequence immediately if the child answers correctly earlier.</a:t>
            </a:r>
          </a:p>
          <a:p>
            <a:r>
              <a:t>Keep धा together in the third coach. The child adds पौ to complete पौधा.</a:t>
            </a:r>
          </a:p>
          <a:p>
            <a:r>
              <a:t>Highlight only the target ो / ौ मात्रा, keeping consonants, headline and the existing ा मात्रा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Picture Change:</a:t>
            </a:r>
          </a:p>
          <a:p>
            <a:r>
              <a:t>Use these four picture options in this order: दौड़, तोता, घोड़ा, हथौड़ा.</a:t>
            </a:r>
          </a:p>
          <a:p>
            <a:r>
              <a:t>Activity Concept:</a:t>
            </a:r>
          </a:p>
          <a:p>
            <a:r>
              <a:t>Show a train with two coaches, labelled ओ and औ.</a:t>
            </a:r>
          </a:p>
          <a:p>
            <a:r>
              <a:t>Keep the inside of each coach empty as a drop zone.</a:t>
            </a:r>
          </a:p>
          <a:p>
            <a:r>
              <a:t>Show picture cards only below the train.</a:t>
            </a:r>
          </a:p>
          <a:p>
            <a:r>
              <a:t>The child listens to each picture’s name and drags it into the correct डिब्बा.</a:t>
            </a:r>
          </a:p>
          <a:p>
            <a:r>
              <a:t>Keep the initial question free of written picture names.</a:t>
            </a:r>
          </a:p>
          <a:p>
            <a:r>
              <a:t>During Hint 2, temporarily show the wrongly dropped picture’s word and highlight its target matra.</a:t>
            </a:r>
          </a:p>
          <a:p>
            <a:r>
              <a:t>Heading / Question Text:</a:t>
            </a:r>
          </a:p>
          <a:p>
            <a:r>
              <a:t>“चित्र का नाम सुनिए और उसे सही मात्रा वाले डिब्बे में डालिए।”</a:t>
            </a:r>
          </a:p>
          <a:p>
            <a:r>
              <a:t>Entry Animation:</a:t>
            </a:r>
          </a:p>
          <a:p>
            <a:r>
              <a:t>The train enters smoothly from right to left.</a:t>
            </a:r>
          </a:p>
          <a:p>
            <a:r>
              <a:t>It stops at the centre.</a:t>
            </a:r>
          </a:p>
          <a:p>
            <a:r>
              <a:t>Coach labels ओ and औ appear.</a:t>
            </a:r>
          </a:p>
          <a:p>
            <a:r>
              <a:t>Picture cards दौड़, तोता, घोड़ा, हथौड़ा appear below the train.</a:t>
            </a:r>
          </a:p>
          <a:p>
            <a:r>
              <a:t>Play the instruction VO before enabling interaction.</a:t>
            </a:r>
          </a:p>
          <a:p>
            <a:r>
              <a:t>On Screen:</a:t>
            </a:r>
          </a:p>
          <a:p>
            <a:r>
              <a:t>First coach label: ओ</a:t>
            </a:r>
          </a:p>
          <a:p>
            <a:r>
              <a:t>Second coach label: औ</a:t>
            </a:r>
          </a:p>
          <a:p>
            <a:r>
              <a:t>Do not add matra symbols to the coach labels.</a:t>
            </a:r>
          </a:p>
          <a:p>
            <a:r>
              <a:t>Keep the four pictures clear and equally prominent.</a:t>
            </a:r>
          </a:p>
          <a:p>
            <a:r>
              <a:t>Do not show picture names or correct-answer cues initially.</a:t>
            </a:r>
          </a:p>
          <a:p>
            <a:r>
              <a:t>Keep the existing mascot and train UI/UX style unchanged.</a:t>
            </a:r>
          </a:p>
          <a:p>
            <a:r>
              <a:t>Image Requirements:</a:t>
            </a:r>
          </a:p>
          <a:p>
            <a:r>
              <a:t>दौड़: Two children running, with bent arms, lifted feet and forward movement clearly visible. Use a simple running track and minimal background detail. The action should look like running rather than walking.</a:t>
            </a:r>
          </a:p>
          <a:p>
            <a:r>
              <a:t>तोता: A recognisable green parrot with a curved red beak and a long tail.</a:t>
            </a:r>
          </a:p>
          <a:p>
            <a:r>
              <a:t>घोड़ा: A recognisable horse with its full body, four legs, mane and tail clearly visible.</a:t>
            </a:r>
          </a:p>
          <a:p>
            <a:r>
              <a:t>हथौड़ा: A familiar hammer with a wooden handle and a clearly visible metal head. Show only the hammer without extra tools.</a:t>
            </a:r>
          </a:p>
          <a:p>
            <a:r>
              <a:t>Use consistent, child-friendly artwork.</a:t>
            </a:r>
          </a:p>
          <a:p>
            <a:r>
              <a:t>For दौड़, use the exact spoken word “दौड़” so the child connects the action picture with the intended word.</a:t>
            </a:r>
          </a:p>
          <a:p>
            <a:r>
              <a:t>Instruction VO:</a:t>
            </a:r>
          </a:p>
          <a:p>
            <a:r>
              <a:t>“चित्र का नाम सुनिए और उसे सही मात्रा वाले डिब्बे में डालिए।”</a:t>
            </a:r>
          </a:p>
          <a:p>
            <a:r>
              <a:t>Picture-name VO:</a:t>
            </a:r>
          </a:p>
          <a:p>
            <a:r>
              <a:t>When the child taps a picture, play only its name:</a:t>
            </a:r>
          </a:p>
          <a:p>
            <a:r>
              <a:t>“दौड़।” / “तोता।” / “घोड़ा।” / “हथौड़ा।”</a:t>
            </a:r>
          </a:p>
          <a:p>
            <a:r>
              <a:t>A name-only tap does not count as an answer attempt.</a:t>
            </a:r>
          </a:p>
          <a:p>
            <a:r>
              <a:t>If a drag begins before the name has been heard, play the name first and enable dragging after the VO finishes.</a:t>
            </a:r>
          </a:p>
          <a:p>
            <a:r>
              <a:t>Drag and Drop:</a:t>
            </a:r>
          </a:p>
          <a:p>
            <a:r>
              <a:t>The child drags each picture into its correct coach.</a:t>
            </a:r>
          </a:p>
          <a:p>
            <a:r>
              <a:t>Each coach accepts two pictures.</a:t>
            </a:r>
          </a:p>
          <a:p>
            <a:r>
              <a:t>Slightly enlarge the selected picture while dragging.</a:t>
            </a:r>
          </a:p>
          <a:p>
            <a:r>
              <a:t>Use the same neutral hover highlight for either coach, without indicating correctness.</a:t>
            </a:r>
          </a:p>
          <a:p>
            <a:r>
              <a:t>Correct Mapping:</a:t>
            </a:r>
          </a:p>
          <a:p>
            <a:r>
              <a:t>PictureCorrect डिब्बादौड़औतोताओघोड़ाओहथौड़ाऔ</a:t>
            </a:r>
          </a:p>
          <a:p>
            <a:r>
              <a:t>Correct Placement:</a:t>
            </a:r>
          </a:p>
          <a:p>
            <a:r>
              <a:t>Snap the picture inside the correct coach.</a:t>
            </a:r>
          </a:p>
          <a:p>
            <a:r>
              <a:t>Show a small sparkle and play a success chime.</a:t>
            </a:r>
          </a:p>
          <a:p>
            <a:r>
              <a:t>Lock the placed picture.</a:t>
            </a:r>
          </a:p>
          <a:p>
            <a:r>
              <a:t>Keep placed pictures clearly visible without overlap.</a:t>
            </a:r>
          </a:p>
          <a:p>
            <a:r>
              <a:t>Correct Response VO — Play Only the Matching Line:</a:t>
            </a:r>
          </a:p>
          <a:p>
            <a:r>
              <a:t>“शाबाश! दौड़ में औ की मात्रा है।”</a:t>
            </a:r>
          </a:p>
          <a:p>
            <a:r>
              <a:t>“शाबाश! तोता में ओ की मात्रा है।”</a:t>
            </a:r>
          </a:p>
          <a:p>
            <a:r>
              <a:t>“शाबाश! घोड़ा में ओ की मात्रा है।”</a:t>
            </a:r>
          </a:p>
          <a:p>
            <a:r>
              <a:t>“शाबाश! हथौड़ा में औ की मात्रा है।”</a:t>
            </a:r>
          </a:p>
          <a:p>
            <a:r>
              <a:t>Hint 1: Clarify — After the 1st Wrong Drop for That Picture</a:t>
            </a:r>
          </a:p>
          <a:p>
            <a:r>
              <a:t>Softly shake the wrongly dropped picture card.</a:t>
            </a:r>
          </a:p>
          <a:p>
            <a:r>
              <a:t>Return it to its original position.</a:t>
            </a:r>
          </a:p>
          <a:p>
            <a:r>
              <a:t>Replay only that picture’s name.</a:t>
            </a:r>
          </a:p>
          <a:p>
            <a:r>
              <a:t>Do not show its written name, highlight a coach or add a hand nudge.</a:t>
            </a:r>
          </a:p>
          <a:p>
            <a:r>
              <a:t>After the VO finishes, allow another attempt.</a:t>
            </a:r>
          </a:p>
          <a:p>
            <a:r>
              <a:t>VO:</a:t>
            </a:r>
          </a:p>
          <a:p>
            <a:r>
              <a:t>“फिर से सुनिए।”</a:t>
            </a:r>
          </a:p>
          <a:p>
            <a:r>
              <a:t>Play the current picture’s name, then:</a:t>
            </a:r>
          </a:p>
          <a:p>
            <a:r>
              <a:t>“चित्र को सही मात्रा वाले डिब्बे में डालिए।”</a:t>
            </a:r>
          </a:p>
          <a:p>
            <a:r>
              <a:t>Hint 2: Strong Hint — After the 2nd Wrong Drop for That Picture</a:t>
            </a:r>
          </a:p>
          <a:p>
            <a:r>
              <a:t>Softly shake the picture card and return it.</a:t>
            </a:r>
          </a:p>
          <a:p>
            <a:r>
              <a:t>Replay only the wrongly dropped picture’s name.</a:t>
            </a:r>
          </a:p>
          <a:p>
            <a:r>
              <a:t>Temporarily display its word underneath the picture.</a:t>
            </a:r>
          </a:p>
          <a:p>
            <a:r>
              <a:t>Highlight its target matra in red using the teaching-screen style:</a:t>
            </a:r>
          </a:p>
          <a:p>
            <a:r>
              <a:t>दौड़: Highlight the complete ौ attached to द.</a:t>
            </a:r>
          </a:p>
          <a:p>
            <a:r>
              <a:t>तोता: Highlight the complete ो attached to the first त.</a:t>
            </a:r>
          </a:p>
          <a:p>
            <a:r>
              <a:t>घोड़ा: Highlight the complete ो attached to घ.</a:t>
            </a:r>
          </a:p>
          <a:p>
            <a:r>
              <a:t>हथौड़ा: Highlight the complete ौ attached to थ.</a:t>
            </a:r>
          </a:p>
          <a:p>
            <a:r>
              <a:t>Include the upper strokes and right-side vertical stroke of the target matra.</a:t>
            </a:r>
          </a:p>
          <a:p>
            <a:r>
              <a:t>Keep the consonants, headline and nukta dots unchanged.</a:t>
            </a:r>
          </a:p>
          <a:p>
            <a:r>
              <a:t>Keep ा in तोता, घोड़ा and हथौड़ा in the regular text colour.</a:t>
            </a:r>
          </a:p>
          <a:p>
            <a:r>
              <a:t>Keep this word support visible for the next attempt.</a:t>
            </a:r>
          </a:p>
          <a:p>
            <a:r>
              <a:t>Do not highlight the correct coach or show a hand nudge.</a:t>
            </a:r>
          </a:p>
          <a:p>
            <a:r>
              <a:t>After the VO finishes, allow either destination.</a:t>
            </a:r>
          </a:p>
          <a:p>
            <a:r>
              <a:t>Word VO — Play Only the Current Word:</a:t>
            </a:r>
          </a:p>
          <a:p>
            <a:r>
              <a:t>“दौड़।” / “तोता।” / “घोड़ा।” / “हथौड़ा।”</a:t>
            </a:r>
          </a:p>
          <a:p>
            <a:r>
              <a:t>Then:</a:t>
            </a:r>
          </a:p>
          <a:p>
            <a:r>
              <a:t>“मात्रा देखिए। चित्र को सही मात्रा वाले डिब्बे में डालिए।”</a:t>
            </a:r>
          </a:p>
          <a:p>
            <a:r>
              <a:t>Hint 3: Show the Answer — After the 3rd Wrong Drop for That Picture</a:t>
            </a:r>
          </a:p>
          <a:p>
            <a:r>
              <a:t>Return the wrongly dropped picture to its original position.</a:t>
            </a:r>
          </a:p>
          <a:p>
            <a:r>
              <a:t>Give the picture and its correct coach a soft glow.</a:t>
            </a:r>
          </a:p>
          <a:p>
            <a:r>
              <a:t>Lock the wrong coach as a destination for that picture.</a:t>
            </a:r>
          </a:p>
          <a:p>
            <a:r>
              <a:t>Temporarily disable other unfinished pictures.</a:t>
            </a:r>
          </a:p>
          <a:p>
            <a:r>
              <a:t>After the VO finishes, allow only the correct placement.</a:t>
            </a:r>
          </a:p>
          <a:p>
            <a:r>
              <a:t>Wait for the child to drag the picture. Do not place it automatically.</a:t>
            </a:r>
          </a:p>
          <a:p>
            <a:r>
              <a:t>VO — Play Only the Matching Line:</a:t>
            </a:r>
          </a:p>
          <a:p>
            <a:r>
              <a:t>“दौड़ में औ की मात्रा है। इसे औ वाले डिब्बे में डालिए।”</a:t>
            </a:r>
          </a:p>
          <a:p>
            <a:r>
              <a:t>“तोता में ओ की मात्रा है। इसे ओ वाले डिब्बे में डालिए।”</a:t>
            </a:r>
          </a:p>
          <a:p>
            <a:r>
              <a:t>“घोड़ा में ओ की मात्रा है। इसे ओ वाले डिब्बे में डालिए।”</a:t>
            </a:r>
          </a:p>
          <a:p>
            <a:r>
              <a:t>“हथौड़ा में औ की मात्रा है। इसे औ वाले डिब्बे में डालिए।”</a:t>
            </a:r>
          </a:p>
          <a:p>
            <a:r>
              <a:t>Practice-Round Hand Nudge:</a:t>
            </a:r>
          </a:p>
          <a:p>
            <a:r>
              <a:t>Confirm with Ankita whether Hint 3 should include a hand drag nudge.</a:t>
            </a:r>
          </a:p>
          <a:p>
            <a:r>
              <a:t>Pending confirmation, use glow and lock without a hand, following the earlier practice QA feedback.</a:t>
            </a:r>
          </a:p>
          <a:p>
            <a:r>
              <a:t>If approved, show the hand moving from the current picture to its correct coach.</a:t>
            </a:r>
          </a:p>
          <a:p>
            <a:r>
              <a:t>Correct Placement After Hint 3:</a:t>
            </a:r>
          </a:p>
          <a:p>
            <a:r>
              <a:t>Snap the picture into the correct coach.</a:t>
            </a:r>
          </a:p>
          <a:p>
            <a:r>
              <a:t>Remove the temporary word support and any hand nudge.</a:t>
            </a:r>
          </a:p>
          <a:p>
            <a:r>
              <a:t>Show a small sparkle and play a success chime.</a:t>
            </a:r>
          </a:p>
          <a:p>
            <a:r>
              <a:t>Lock the placed picture.</a:t>
            </a:r>
          </a:p>
          <a:p>
            <a:r>
              <a:t>No additional VO is needed because Hint 3 has already explained the answer.</a:t>
            </a:r>
          </a:p>
          <a:p>
            <a:r>
              <a:t>Re-enable the remaining unfinished pictures.</a:t>
            </a:r>
          </a:p>
          <a:p>
            <a:r>
              <a:t>Completion:</a:t>
            </a:r>
          </a:p>
          <a:p>
            <a:r>
              <a:t>When all four pictures are correctly sorted, give both coaches a soft glow.</a:t>
            </a:r>
          </a:p>
          <a:p>
            <a:r>
              <a:t>Play a brief train whistle with a subtle steam animation.</a:t>
            </a:r>
          </a:p>
          <a:p>
            <a:r>
              <a:t>Enable आगे after feedback finishes.</a:t>
            </a:r>
          </a:p>
          <a:p>
            <a:r>
              <a:t>No extra completion VO is required.</a:t>
            </a:r>
          </a:p>
          <a:p>
            <a:r>
              <a:t>SFX:</a:t>
            </a:r>
          </a:p>
          <a:p>
            <a:r>
              <a:t>Soft train arrival/whistle sound.</a:t>
            </a:r>
          </a:p>
          <a:p>
            <a:r>
              <a:t>Light tap or pick-up sound.</a:t>
            </a:r>
          </a:p>
          <a:p>
            <a:r>
              <a:t>Soft error sound on a wrong drop.</a:t>
            </a:r>
          </a:p>
          <a:p>
            <a:r>
              <a:t>Light success chime on correct placement.</a:t>
            </a:r>
          </a:p>
          <a:p>
            <a:r>
              <a:t>Keep SFX below the VO volume.</a:t>
            </a:r>
          </a:p>
          <a:p>
            <a:r>
              <a:t>Next Button:</a:t>
            </a:r>
          </a:p>
          <a:p>
            <a:r>
              <a:t>Keep आगे disabled initially and throughout the hints.</a:t>
            </a:r>
          </a:p>
          <a:p>
            <a:r>
              <a:t>Activate it only after all four pictures are correctly placed and feedback finishes.</a:t>
            </a:r>
          </a:p>
          <a:p>
            <a:r>
              <a:t>Developer Notes:</a:t>
            </a:r>
          </a:p>
          <a:p>
            <a:r>
              <a:t>Update the picture assets, associated word audio and answer mappings to दौड़, तोता, घोड़ा, हथौड़ा.</a:t>
            </a:r>
          </a:p>
          <a:p>
            <a:r>
              <a:t>Disable all answer taps and drags while any VO is playing.</a:t>
            </a:r>
          </a:p>
          <a:p>
            <a:r>
              <a:t>Maintain a separate wrong-attempt counter for each picture.</a:t>
            </a:r>
          </a:p>
          <a:p>
            <a:r>
              <a:t>Each new picture starts at zero. Switching pictures must not reset an existing counter.</a:t>
            </a:r>
          </a:p>
          <a:p>
            <a:r>
              <a:t>Count a drop into the wrong coach as one wrong attempt. Name-only taps and releases outside both coaches do not count.</a:t>
            </a:r>
          </a:p>
          <a:p>
            <a:r>
              <a:t>Keep correctly placed pictures locked during later hints.</a:t>
            </a:r>
          </a:p>
          <a:p>
            <a:r>
              <a:t>Remove temporary word support whenever its picture is correctly placed.</a:t>
            </a:r>
          </a:p>
          <a:p>
            <a:r>
              <a:t>If the child answers correctly earlier, stop that picture’s hint sequence immediately.</a:t>
            </a:r>
          </a:p>
          <a:p>
            <a:r>
              <a:t>Preserve the nukta under ड़ in दौड़, घोड़ा and हथौड़ा. Do not include it in the matra highlight.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Activity Concept:</a:t>
            </a:r>
          </a:p>
          <a:p>
            <a:r>
              <a:t>This is a picture-based sentence completion activity.</a:t>
            </a:r>
          </a:p>
          <a:p>
            <a:r>
              <a:t>The child looks at the scene, listens to the sentence and drags the correct word card into the blank.</a:t>
            </a:r>
          </a:p>
          <a:p>
            <a:r>
              <a:t>The focus is on connecting the picture with the sentence meaning.</a:t>
            </a:r>
          </a:p>
          <a:p>
            <a:r>
              <a:t>Sentence and Option Changes:</a:t>
            </a:r>
          </a:p>
          <a:p>
            <a:r>
              <a:t>Use the sentence: “पेड़ पर एक ___ बैठा है।”</a:t>
            </a:r>
          </a:p>
          <a:p>
            <a:r>
              <a:t>Replace तोता with कौआ.</a:t>
            </a:r>
          </a:p>
          <a:p>
            <a:r>
              <a:t>Replace नौका with मोर.</a:t>
            </a:r>
          </a:p>
          <a:p>
            <a:r>
              <a:t>Keep घोड़ा as the other option.</a:t>
            </a:r>
          </a:p>
          <a:p>
            <a:r>
              <a:t>Updated options: कौआ, घोड़ा, मोर.</a:t>
            </a:r>
          </a:p>
          <a:p>
            <a:r>
              <a:t>Correct completed sentence: “पेड़ पर एक कौआ बैठा है।”</a:t>
            </a:r>
          </a:p>
          <a:p>
            <a:r>
              <a:t>Heading / Question Text:</a:t>
            </a:r>
          </a:p>
          <a:p>
            <a:r>
              <a:t>“सही शब्द चुनकर वाक्य पूरा कीजिए।”</a:t>
            </a:r>
          </a:p>
          <a:p>
            <a:r>
              <a:t>On Screen:</a:t>
            </a:r>
          </a:p>
          <a:p>
            <a:r>
              <a:t>Keep the main scene on the left and the sentence on the right.</a:t>
            </a:r>
          </a:p>
          <a:p>
            <a:r>
              <a:t>Show “पेड़ पर एक ___ बैठा है।” with an empty blank.</a:t>
            </a:r>
          </a:p>
          <a:p>
            <a:r>
              <a:t>Show three picture-and-word options below the sentence:</a:t>
            </a:r>
          </a:p>
          <a:p>
            <a:r>
              <a:t>कौआ</a:t>
            </a:r>
          </a:p>
          <a:p>
            <a:r>
              <a:t>घोड़ा</a:t>
            </a:r>
          </a:p>
          <a:p>
            <a:r>
              <a:t>मोर</a:t>
            </a:r>
          </a:p>
          <a:p>
            <a:r>
              <a:t>Update the main scene to show one crow sitting clearly on a tree branch.</a:t>
            </a:r>
          </a:p>
          <a:p>
            <a:r>
              <a:t>Remove the existing parrot from the scene.</a:t>
            </a:r>
          </a:p>
          <a:p>
            <a:r>
              <a:t>Remove the child and unnecessary background details so the bird remains the main focus.</a:t>
            </a:r>
          </a:p>
          <a:p>
            <a:r>
              <a:t>Do not highlight the crow or the correct option initially.</a:t>
            </a:r>
          </a:p>
          <a:p>
            <a:r>
              <a:t>Keep the existing mascot and overall UI/UX style unchanged.</a:t>
            </a:r>
          </a:p>
          <a:p>
            <a:r>
              <a:t>Image Requirements:</a:t>
            </a:r>
          </a:p>
          <a:p>
            <a:r>
              <a:t>Main scene: A tree with one recognisable crow perched on a visible branch. Make the crow large enough to identify, with its dark body, beak, wings and feet clearly visible.</a:t>
            </a:r>
          </a:p>
          <a:p>
            <a:r>
              <a:t>कौआ option: A clear crow matching the appearance of the crow in the main scene.</a:t>
            </a:r>
          </a:p>
          <a:p>
            <a:r>
              <a:t>घोड़ा option: A recognisable horse with its full body, legs, mane and tail visible.</a:t>
            </a:r>
          </a:p>
          <a:p>
            <a:r>
              <a:t>मोर option: A recognisable peacock with a blue neck, head crest and colourful tail feathers.</a:t>
            </a:r>
          </a:p>
          <a:p>
            <a:r>
              <a:t>Keep the crow and peacock visually distinct.</a:t>
            </a:r>
          </a:p>
          <a:p>
            <a:r>
              <a:t>Use consistent, child-friendly artwork with minimal background detail.</a:t>
            </a:r>
          </a:p>
          <a:p>
            <a:r>
              <a:t>Entry Animation:</a:t>
            </a:r>
          </a:p>
          <a:p>
            <a:r>
              <a:t>The main picture appears first.</a:t>
            </a:r>
          </a:p>
          <a:p>
            <a:r>
              <a:t>The sentence appears with an empty blank.</a:t>
            </a:r>
          </a:p>
          <a:p>
            <a:r>
              <a:t>The three option cards fade in one by one.</a:t>
            </a:r>
          </a:p>
          <a:p>
            <a:r>
              <a:t>Play the instruction and sentence VO before enabling interaction.</a:t>
            </a:r>
          </a:p>
          <a:p>
            <a:r>
              <a:t>Instruction VO:</a:t>
            </a:r>
          </a:p>
          <a:p>
            <a:r>
              <a:t>“चित्र देखकर सही शब्द चुनकर वाक्य पूरा कीजिए। शब्द को खाली जगह में डालिए।”</a:t>
            </a:r>
          </a:p>
          <a:p>
            <a:r>
              <a:t>Sentence VO:</a:t>
            </a:r>
          </a:p>
          <a:p>
            <a:r>
              <a:t>Read “पेड़ पर एक…”, pause at the blank, then say “बैठा है।”</a:t>
            </a:r>
          </a:p>
          <a:p>
            <a:r>
              <a:t>Do not say the missing word.</a:t>
            </a:r>
          </a:p>
          <a:p>
            <a:r>
              <a:t>Option VO:</a:t>
            </a:r>
          </a:p>
          <a:p>
            <a:r>
              <a:t>When an option is tapped, play only its name:</a:t>
            </a:r>
          </a:p>
          <a:p>
            <a:r>
              <a:t>“कौआ।” / “घोड़ा।” / “मोर।”</a:t>
            </a:r>
          </a:p>
          <a:p>
            <a:r>
              <a:t>A tap plays the word’s name.</a:t>
            </a:r>
          </a:p>
          <a:p>
            <a:r>
              <a:t>A drag into the blank submits the answer.</a:t>
            </a:r>
          </a:p>
          <a:p>
            <a:r>
              <a:t>Disable dragging while any VO plays.</a:t>
            </a:r>
          </a:p>
          <a:p>
            <a:r>
              <a:t>Correct Answer: कौआ</a:t>
            </a:r>
          </a:p>
          <a:p>
            <a:r>
              <a:t>Snap the कौआ card into the blank.</a:t>
            </a:r>
          </a:p>
          <a:p>
            <a:r>
              <a:t>Display the completed sentence:</a:t>
            </a:r>
          </a:p>
          <a:p>
            <a:r>
              <a:t>“पेड़ पर एक कौआ बैठा है।”</a:t>
            </a:r>
          </a:p>
          <a:p>
            <a:r>
              <a:t>Give the correct answer a soft glow.</a:t>
            </a:r>
          </a:p>
          <a:p>
            <a:r>
              <a:t>Show a small sparkle/confetti effect.</a:t>
            </a:r>
          </a:p>
          <a:p>
            <a:r>
              <a:t>Lock the completed sentence.</a:t>
            </a:r>
          </a:p>
          <a:p>
            <a:r>
              <a:t>Correct Response VO:</a:t>
            </a:r>
          </a:p>
          <a:p>
            <a:r>
              <a:t>“शाबाश! पेड़ पर एक कौआ बैठा है।”</a:t>
            </a:r>
          </a:p>
          <a:p>
            <a:r>
              <a:t>Hint 1: Clarify — After the 1st Wrong Drop</a:t>
            </a:r>
          </a:p>
          <a:p>
            <a:r>
              <a:t>If the child drops घोड़ा or मोर into the blank, softly shake the wrong card.</a:t>
            </a:r>
          </a:p>
          <a:p>
            <a:r>
              <a:t>Return it to its original position.</a:t>
            </a:r>
          </a:p>
          <a:p>
            <a:r>
              <a:t>Do not highlight the crow, any option or a matra.</a:t>
            </a:r>
          </a:p>
          <a:p>
            <a:r>
              <a:t>Do not show a hand nudge.</a:t>
            </a:r>
          </a:p>
          <a:p>
            <a:r>
              <a:t>After the VO finishes, allow another attempt.</a:t>
            </a:r>
          </a:p>
          <a:p>
            <a:r>
              <a:t>VO:</a:t>
            </a:r>
          </a:p>
          <a:p>
            <a:r>
              <a:t>“फिर से देखिए। चित्र देखकर सही शब्द चुनकर वाक्य पूरा कीजिए।”</a:t>
            </a:r>
          </a:p>
          <a:p>
            <a:r>
              <a:t>Hint 2: Strong Hint — After the 2nd Wrong Drop</a:t>
            </a:r>
          </a:p>
          <a:p>
            <a:r>
              <a:t>Softly shake the wrong card and return it.</a:t>
            </a:r>
          </a:p>
          <a:p>
            <a:r>
              <a:t>Read the full sentence with each option, one at a time, from left to right.</a:t>
            </a:r>
          </a:p>
          <a:p>
            <a:r>
              <a:t>Briefly preview each word in the blank while its sentence is spoken.</a:t>
            </a:r>
          </a:p>
          <a:p>
            <a:r>
              <a:t>Use the same neutral preview style for all three words. Do not show success feedback.</a:t>
            </a:r>
          </a:p>
          <a:p>
            <a:r>
              <a:t>Highlight the crow sitting on the branch in the main scene, using a soft outline or glow.</a:t>
            </a:r>
          </a:p>
          <a:p>
            <a:r>
              <a:t>Keep its body and beak clearly visible so the child can compare it with the option pictures.</a:t>
            </a:r>
          </a:p>
          <a:p>
            <a:r>
              <a:t>After all three readings, restore the empty blank.</a:t>
            </a:r>
          </a:p>
          <a:p>
            <a:r>
              <a:t>Do not glow the correct option or show a hand nudge.</a:t>
            </a:r>
          </a:p>
          <a:p>
            <a:r>
              <a:t>After the VO finishes, keep all three options available.</a:t>
            </a:r>
          </a:p>
          <a:p>
            <a:r>
              <a:t>VO — Separate Clips with a Short Pause Between Them:</a:t>
            </a:r>
          </a:p>
          <a:p>
            <a:r>
              <a:t>“पेड़ पर एक कौआ बैठा है।”</a:t>
            </a:r>
          </a:p>
          <a:p>
            <a:r>
              <a:t>“पेड़ पर एक घोड़ा बैठा है।”</a:t>
            </a:r>
          </a:p>
          <a:p>
            <a:r>
              <a:t>“पेड़ पर एक मोर बैठा है।”</a:t>
            </a:r>
          </a:p>
          <a:p>
            <a:r>
              <a:t>Then:</a:t>
            </a:r>
          </a:p>
          <a:p>
            <a:r>
              <a:t>“चित्र देखकर सही शब्द चुनकर वाक्य पूरा कीजिए।”</a:t>
            </a:r>
          </a:p>
          <a:p>
            <a:r>
              <a:t>Hint 3: Show the Answer — After the 3rd Wrong Drop</a:t>
            </a:r>
          </a:p>
          <a:p>
            <a:r>
              <a:t>Softly shake the wrong card and return it.</a:t>
            </a:r>
          </a:p>
          <a:p>
            <a:r>
              <a:t>Give the कौआ option and the sentence blank a soft glow.</a:t>
            </a:r>
          </a:p>
          <a:p>
            <a:r>
              <a:t>Lock घोड़ा and मोर.</a:t>
            </a:r>
          </a:p>
          <a:p>
            <a:r>
              <a:t>After the VO finishes, allow only कौआ to be dragged into the blank.</a:t>
            </a:r>
          </a:p>
          <a:p>
            <a:r>
              <a:t>Wait for the child to complete the action. Do not fill the blank automatically.</a:t>
            </a:r>
          </a:p>
          <a:p>
            <a:r>
              <a:t>VO:</a:t>
            </a:r>
          </a:p>
          <a:p>
            <a:r>
              <a:t>“चित्र में पेड़ पर एक कौआ बैठा है। कौआ को खाली जगह में डालिए।”</a:t>
            </a:r>
          </a:p>
          <a:p>
            <a:r>
              <a:t>Practice-Round Hand Nudge:</a:t>
            </a:r>
          </a:p>
          <a:p>
            <a:r>
              <a:t>Confirm with Ankita whether Hint 3 should include a hand drag nudge.</a:t>
            </a:r>
          </a:p>
          <a:p>
            <a:r>
              <a:t>Pending confirmation, use glow and lock without a hand, following the earlier practice QA feedback.</a:t>
            </a:r>
          </a:p>
          <a:p>
            <a:r>
              <a:t>If approved, show the hand moving from कौआ to the sentence blank.</a:t>
            </a:r>
          </a:p>
          <a:p>
            <a:r>
              <a:t>Correct Response After Hint 3:</a:t>
            </a:r>
          </a:p>
          <a:p>
            <a:r>
              <a:t>Snap कौआ into the blank.</a:t>
            </a:r>
          </a:p>
          <a:p>
            <a:r>
              <a:t>Show the completed sentence.</a:t>
            </a:r>
          </a:p>
          <a:p>
            <a:r>
              <a:t>Remove any hand nudge.</a:t>
            </a:r>
          </a:p>
          <a:p>
            <a:r>
              <a:t>Show a small sparkle and play a success chime.</a:t>
            </a:r>
          </a:p>
          <a:p>
            <a:r>
              <a:t>Lock the answer.</a:t>
            </a:r>
          </a:p>
          <a:p>
            <a:r>
              <a:t>No additional VO is needed because Hint 3 has already explained it.</a:t>
            </a:r>
          </a:p>
          <a:p>
            <a:r>
              <a:t>Enable आगे after the feedback finishes.</a:t>
            </a:r>
          </a:p>
          <a:p>
            <a:r>
              <a:t>SFX:</a:t>
            </a:r>
          </a:p>
          <a:p>
            <a:r>
              <a:t>Soft pop when the picture, sentence or options appear.</a:t>
            </a:r>
          </a:p>
          <a:p>
            <a:r>
              <a:t>Light tap/pick-up sound.</a:t>
            </a:r>
          </a:p>
          <a:p>
            <a:r>
              <a:t>Soft error sound on a wrong drop.</a:t>
            </a:r>
          </a:p>
          <a:p>
            <a:r>
              <a:t>Light success chime on the correct answer.</a:t>
            </a:r>
          </a:p>
          <a:p>
            <a:r>
              <a:t>Keep SFX below the VO volume.</a:t>
            </a:r>
          </a:p>
          <a:p>
            <a:r>
              <a:t>Next Button:</a:t>
            </a:r>
          </a:p>
          <a:p>
            <a:r>
              <a:t>Keep आगे disabled initially and throughout the hints.</a:t>
            </a:r>
          </a:p>
          <a:p>
            <a:r>
              <a:t>Activate it only after कौआ is correctly placed and feedback finishes.</a:t>
            </a:r>
          </a:p>
          <a:p>
            <a:r>
              <a:t>Developer Notes:</a:t>
            </a:r>
          </a:p>
          <a:p>
            <a:r>
              <a:t>Update the main scene, option images, written words and associated VO to match कौआ, घोड़ा, मोर.</a:t>
            </a:r>
          </a:p>
          <a:p>
            <a:r>
              <a:t>Use the spelling कौआ consistently.</a:t>
            </a:r>
          </a:p>
          <a:p>
            <a:r>
              <a:t>Disable all answer taps and drags while any VO is playing.</a:t>
            </a:r>
          </a:p>
          <a:p>
            <a:r>
              <a:t>Use one wrong-attempt counter for this sentence blank.</a:t>
            </a:r>
          </a:p>
          <a:p>
            <a:r>
              <a:t>Switching between घोड़ा and मोर must not reset the counter.</a:t>
            </a:r>
          </a:p>
          <a:p>
            <a:r>
              <a:t>A name-only tap or release outside the blank does not count as a wrong answer.</a:t>
            </a:r>
          </a:p>
          <a:p>
            <a:r>
              <a:t>Trigger Hint 1 after the first wrong drop, Hint 2 after the second, and Hint 3 after the third.</a:t>
            </a:r>
          </a:p>
          <a:p>
            <a:r>
              <a:t>If the child answers correctly earlier, accept the answer and stop the hint sequence.</a:t>
            </a:r>
          </a:p>
          <a:p>
            <a:r>
              <a:t>Hint 2 previews are temporary comparisons, not accepted answers.</a:t>
            </a:r>
          </a:p>
          <a:p>
            <a:r>
              <a:t>Highlight the relevant scene detail in Hint 2 because the task tests picture understanding and sentence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Activity Concept:</a:t>
            </a:r>
          </a:p>
          <a:p>
            <a:r>
              <a:t>This is a picture-based sentence completion activity.</a:t>
            </a:r>
          </a:p>
          <a:p>
            <a:r>
              <a:t>The child looks at the scene, listens to the sentence and drags the correct word card into the blank.</a:t>
            </a:r>
          </a:p>
          <a:p>
            <a:r>
              <a:t>The focus is on using मात्रा वाले शब्द in a meaningful sentence.</a:t>
            </a:r>
          </a:p>
          <a:p>
            <a:r>
              <a:t>Heading / Question Text:</a:t>
            </a:r>
          </a:p>
          <a:p>
            <a:r>
              <a:t>“सही शब्द चुनकर वाक्य पूरा कीजिए।”</a:t>
            </a:r>
          </a:p>
          <a:p>
            <a:r>
              <a:t>On Screen:</a:t>
            </a:r>
          </a:p>
          <a:p>
            <a:r>
              <a:t>Keep the child-with-toy scene on the left and the sentence on the right.</a:t>
            </a:r>
          </a:p>
          <a:p>
            <a:r>
              <a:t>Sentence: “बच्चे के पास एक ___ है।”</a:t>
            </a:r>
          </a:p>
          <a:p>
            <a:r>
              <a:t>Show three picture-and-word options below the sentence:</a:t>
            </a:r>
          </a:p>
          <a:p>
            <a:r>
              <a:t>खिलौना</a:t>
            </a:r>
          </a:p>
          <a:p>
            <a:r>
              <a:t>मोर</a:t>
            </a:r>
          </a:p>
          <a:p>
            <a:r>
              <a:t>ढोल</a:t>
            </a:r>
          </a:p>
          <a:p>
            <a:r>
              <a:t>Make the toy in front of the child clearly visible.</a:t>
            </a:r>
          </a:p>
          <a:p>
            <a:r>
              <a:t>Remove extra toys from the background so the scene focuses on one toy.</a:t>
            </a:r>
          </a:p>
          <a:p>
            <a:r>
              <a:t>Do not highlight the toy or the correct option initially.</a:t>
            </a:r>
          </a:p>
          <a:p>
            <a:r>
              <a:t>Keep the existing mascot and overall UI/UX style unchanged.</a:t>
            </a:r>
          </a:p>
          <a:p>
            <a:r>
              <a:t>Image Requirements:</a:t>
            </a:r>
          </a:p>
          <a:p>
            <a:r>
              <a:t>Main scene: A child sitting with a pull-along toy duck. Show its wheels and string clearly so it is recognisable as a toy.</a:t>
            </a:r>
          </a:p>
          <a:p>
            <a:r>
              <a:t>खिलौना option: The same type of toy duck, with visible wheels and string, matching the main scene.</a:t>
            </a:r>
          </a:p>
          <a:p>
            <a:r>
              <a:t>मोर option: A recognisable peacock with a blue neck, head crest and colourful tail feathers.</a:t>
            </a:r>
          </a:p>
          <a:p>
            <a:r>
              <a:t>ढोल option: A recognisable drum with a cylindrical body, two drumheads and visible side lacing.</a:t>
            </a:r>
          </a:p>
          <a:p>
            <a:r>
              <a:t>Use consistent, child-friendly artwork with minimal background detail.</a:t>
            </a:r>
          </a:p>
          <a:p>
            <a:r>
              <a:t>Entry Animation:</a:t>
            </a:r>
          </a:p>
          <a:p>
            <a:r>
              <a:t>The main picture appears first.</a:t>
            </a:r>
          </a:p>
          <a:p>
            <a:r>
              <a:t>The sentence appears with an empty blank.</a:t>
            </a:r>
          </a:p>
          <a:p>
            <a:r>
              <a:t>The three option cards fade in one by one.</a:t>
            </a:r>
          </a:p>
          <a:p>
            <a:r>
              <a:t>Play the instruction and sentence VO before enabling interaction.</a:t>
            </a:r>
          </a:p>
          <a:p>
            <a:r>
              <a:t>Instruction VO:</a:t>
            </a:r>
          </a:p>
          <a:p>
            <a:r>
              <a:t>“चित्र देखकर सही शब्द चुनकर वाक्य पूरा कीजिए। शब्द को खाली जगह में डालिए।”</a:t>
            </a:r>
          </a:p>
          <a:p>
            <a:r>
              <a:t>Sentence VO:</a:t>
            </a:r>
          </a:p>
          <a:p>
            <a:r>
              <a:t>Read “बच्चे के पास एक…”, pause at the blank, then say “है।”</a:t>
            </a:r>
          </a:p>
          <a:p>
            <a:r>
              <a:t>Do not say the missing word.</a:t>
            </a:r>
          </a:p>
          <a:p>
            <a:r>
              <a:t>Option VO:</a:t>
            </a:r>
          </a:p>
          <a:p>
            <a:r>
              <a:t>When an option is tapped, play only its name:</a:t>
            </a:r>
          </a:p>
          <a:p>
            <a:r>
              <a:t>“खिलौना।” / “मोर।” / “ढोल।”</a:t>
            </a:r>
          </a:p>
          <a:p>
            <a:r>
              <a:t>A tap plays the word’s name.</a:t>
            </a:r>
          </a:p>
          <a:p>
            <a:r>
              <a:t>A drag into the blank submits the answer.</a:t>
            </a:r>
          </a:p>
          <a:p>
            <a:r>
              <a:t>Disable dragging while any VO plays.</a:t>
            </a:r>
          </a:p>
          <a:p>
            <a:r>
              <a:t>Correct Answer: खिलौना</a:t>
            </a:r>
          </a:p>
          <a:p>
            <a:r>
              <a:t>Snap the खिलौना card into the blank.</a:t>
            </a:r>
          </a:p>
          <a:p>
            <a:r>
              <a:t>Display the completed sentence:</a:t>
            </a:r>
          </a:p>
          <a:p>
            <a:r>
              <a:t>“बच्चे के पास एक खिलौना है।”</a:t>
            </a:r>
          </a:p>
          <a:p>
            <a:r>
              <a:t>Give the correct answer a soft glow.</a:t>
            </a:r>
          </a:p>
          <a:p>
            <a:r>
              <a:t>Show a small sparkle/confetti effect.</a:t>
            </a:r>
          </a:p>
          <a:p>
            <a:r>
              <a:t>Lock the completed sentence.</a:t>
            </a:r>
          </a:p>
          <a:p>
            <a:r>
              <a:t>Correct Response VO:</a:t>
            </a:r>
          </a:p>
          <a:p>
            <a:r>
              <a:t>“शाबाश! बच्चे के पास एक खिलौना है।”</a:t>
            </a:r>
          </a:p>
          <a:p>
            <a:r>
              <a:t>Hint 1: Clarify — After the 1st Wrong Drop</a:t>
            </a:r>
          </a:p>
          <a:p>
            <a:r>
              <a:t>If the child drops मोर or ढोल into the blank, softly shake the wrong card.</a:t>
            </a:r>
          </a:p>
          <a:p>
            <a:r>
              <a:t>Return it to its original position.</a:t>
            </a:r>
          </a:p>
          <a:p>
            <a:r>
              <a:t>Do not highlight the toy, any option or a matra.</a:t>
            </a:r>
          </a:p>
          <a:p>
            <a:r>
              <a:t>Do not show a hand nudge.</a:t>
            </a:r>
          </a:p>
          <a:p>
            <a:r>
              <a:t>After the VO finishes, allow another attempt.</a:t>
            </a:r>
          </a:p>
          <a:p>
            <a:r>
              <a:t>VO:</a:t>
            </a:r>
          </a:p>
          <a:p>
            <a:r>
              <a:t>“फिर से देखिए। चित्र देखकर सही शब्द चुनकर वाक्य पूरा कीजिए।”</a:t>
            </a:r>
          </a:p>
          <a:p>
            <a:r>
              <a:t>Hint 2: Strong Hint — After the 2nd Wrong Drop</a:t>
            </a:r>
          </a:p>
          <a:p>
            <a:r>
              <a:t>Softly shake the wrong card and return it.</a:t>
            </a:r>
          </a:p>
          <a:p>
            <a:r>
              <a:t>Read the full sentence with each option, one at a time, from left to right.</a:t>
            </a:r>
          </a:p>
          <a:p>
            <a:r>
              <a:t>Briefly preview each word in the blank while its sentence is spoken.</a:t>
            </a:r>
          </a:p>
          <a:p>
            <a:r>
              <a:t>Use the same neutral preview style for all three words. Do not show success feedback.</a:t>
            </a:r>
          </a:p>
          <a:p>
            <a:r>
              <a:t>Highlight the toy duck in front of the child, including its wheels and string, using a soft outline or glow.</a:t>
            </a:r>
          </a:p>
          <a:p>
            <a:r>
              <a:t>After all three readings, restore the empty blank.</a:t>
            </a:r>
          </a:p>
          <a:p>
            <a:r>
              <a:t>Do not glow the correct option or show a hand nudge.</a:t>
            </a:r>
          </a:p>
          <a:p>
            <a:r>
              <a:t>After the VO finishes, keep all three options available.</a:t>
            </a:r>
          </a:p>
          <a:p>
            <a:r>
              <a:t>VO — Separate Clips with a Short Pause Between Them:</a:t>
            </a:r>
          </a:p>
          <a:p>
            <a:r>
              <a:t>“बच्चे के पास एक खिलौना है।”</a:t>
            </a:r>
          </a:p>
          <a:p>
            <a:r>
              <a:t>“बच्चे के पास एक मोर है।”</a:t>
            </a:r>
          </a:p>
          <a:p>
            <a:r>
              <a:t>“बच्चे के पास एक ढोल है।”</a:t>
            </a:r>
          </a:p>
          <a:p>
            <a:r>
              <a:t>Then:</a:t>
            </a:r>
          </a:p>
          <a:p>
            <a:r>
              <a:t>“चित्र देखकर सही शब्द चुनकर वाक्य पूरा कीजिए।”</a:t>
            </a:r>
          </a:p>
          <a:p>
            <a:r>
              <a:t>Hint 3: Show the Answer — After the 3rd Wrong Drop</a:t>
            </a:r>
          </a:p>
          <a:p>
            <a:r>
              <a:t>Softly shake the wrong card and return it.</a:t>
            </a:r>
          </a:p>
          <a:p>
            <a:r>
              <a:t>Give the खिलौना option and the sentence blank a soft glow.</a:t>
            </a:r>
          </a:p>
          <a:p>
            <a:r>
              <a:t>Lock मोर and ढोल.</a:t>
            </a:r>
          </a:p>
          <a:p>
            <a:r>
              <a:t>After the VO finishes, allow only खिलौना to be dragged into the blank.</a:t>
            </a:r>
          </a:p>
          <a:p>
            <a:r>
              <a:t>Wait for the child to complete the action. Do not fill the blank automatically.</a:t>
            </a:r>
          </a:p>
          <a:p>
            <a:r>
              <a:t>VO:</a:t>
            </a:r>
          </a:p>
          <a:p>
            <a:r>
              <a:t>“चित्र में बच्चे के पास एक खिलौना है। खिलौना को खाली जगह में डालिए।”</a:t>
            </a:r>
          </a:p>
          <a:p>
            <a:r>
              <a:t>Practice-Round Hand Nudge:</a:t>
            </a:r>
          </a:p>
          <a:p>
            <a:r>
              <a:t>Confirm with Ankita whether Hint 3 should include a hand drag nudge.</a:t>
            </a:r>
          </a:p>
          <a:p>
            <a:r>
              <a:t>Pending confirmation, use glow and lock without a hand, following the earlier practice QA feedback.</a:t>
            </a:r>
          </a:p>
          <a:p>
            <a:r>
              <a:t>If approved, show the hand moving from खिलौना to the sentence blank.</a:t>
            </a:r>
          </a:p>
          <a:p>
            <a:r>
              <a:t>Correct Response After Hint 3:</a:t>
            </a:r>
          </a:p>
          <a:p>
            <a:r>
              <a:t>Snap खिलौना into the blank.</a:t>
            </a:r>
          </a:p>
          <a:p>
            <a:r>
              <a:t>Show the completed sentence.</a:t>
            </a:r>
          </a:p>
          <a:p>
            <a:r>
              <a:t>Remove any hand nudge.</a:t>
            </a:r>
          </a:p>
          <a:p>
            <a:r>
              <a:t>Show a small sparkle and play a success chime.</a:t>
            </a:r>
          </a:p>
          <a:p>
            <a:r>
              <a:t>Lock the answer.</a:t>
            </a:r>
          </a:p>
          <a:p>
            <a:r>
              <a:t>No additional VO is needed because Hint 3 has already explained it.</a:t>
            </a:r>
          </a:p>
          <a:p>
            <a:r>
              <a:t>Enable आगे after the feedback finishes.</a:t>
            </a:r>
          </a:p>
          <a:p>
            <a:r>
              <a:t>SFX:</a:t>
            </a:r>
          </a:p>
          <a:p>
            <a:r>
              <a:t>Soft pop when the picture, sentence or options appear.</a:t>
            </a:r>
          </a:p>
          <a:p>
            <a:r>
              <a:t>Light tap/pick-up sound.</a:t>
            </a:r>
          </a:p>
          <a:p>
            <a:r>
              <a:t>Soft error sound on a wrong drop.</a:t>
            </a:r>
          </a:p>
          <a:p>
            <a:r>
              <a:t>Light success chime on the correct answer.</a:t>
            </a:r>
          </a:p>
          <a:p>
            <a:r>
              <a:t>Keep SFX below the VO volume.</a:t>
            </a:r>
          </a:p>
          <a:p>
            <a:r>
              <a:t>Next Button:</a:t>
            </a:r>
          </a:p>
          <a:p>
            <a:r>
              <a:t>Keep आगे disabled initially and throughout the hints.</a:t>
            </a:r>
          </a:p>
          <a:p>
            <a:r>
              <a:t>Activate it only after खिलौना is correctly placed and feedback finishes.</a:t>
            </a:r>
          </a:p>
          <a:p>
            <a:r>
              <a:t>Developer Notes:</a:t>
            </a:r>
          </a:p>
          <a:p>
            <a:r>
              <a:t>Use the option text and associated word audio खिलौना, मोर, ढोल.</a:t>
            </a:r>
          </a:p>
          <a:p>
            <a:r>
              <a:t>Size the blank and option card so खिलौना fits clearly without reducing readability.</a:t>
            </a:r>
          </a:p>
          <a:p>
            <a:r>
              <a:t>Disable all answer taps and drags while any VO is playing.</a:t>
            </a:r>
          </a:p>
          <a:p>
            <a:r>
              <a:t>Use one wrong-attempt counter for this sentence blank.</a:t>
            </a:r>
          </a:p>
          <a:p>
            <a:r>
              <a:t>Switching between मोर and ढोल must not reset the counter.</a:t>
            </a:r>
          </a:p>
          <a:p>
            <a:r>
              <a:t>A name-only tap or release outside the blank does not count as a wrong answer.</a:t>
            </a:r>
          </a:p>
          <a:p>
            <a:r>
              <a:t>Trigger Hint 1 after the first wrong drop, Hint 2 after the second, and Hint 3 after the third.</a:t>
            </a:r>
          </a:p>
          <a:p>
            <a:r>
              <a:t>If the child answers correctly earlier, accept the answer and stop the hint sequence.</a:t>
            </a:r>
          </a:p>
          <a:p>
            <a:r>
              <a:t>Hint 2 previews are temporary comparisons, not accepted answers.</a:t>
            </a:r>
          </a:p>
          <a:p>
            <a:r>
              <a:t>Highlight the relevant scene detail in Hint 2 because the task tests picture understanding and sentence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  <a:p>
            <a:r>
              <a:t>Activity Concept:</a:t>
            </a:r>
          </a:p>
          <a:p>
            <a:r>
              <a:t>This is a picture-based sentence completion activity.</a:t>
            </a:r>
          </a:p>
          <a:p>
            <a:r>
              <a:t>The child looks at the scene, listens to the sentence and drags the correct word card into the blank.</a:t>
            </a:r>
          </a:p>
          <a:p>
            <a:r>
              <a:t>The focus is on using औ की मात्रा वाले शब्द in a meaningful sentence.</a:t>
            </a:r>
          </a:p>
          <a:p>
            <a:r>
              <a:t>Sentence and Option Changes:</a:t>
            </a:r>
          </a:p>
          <a:p>
            <a:r>
              <a:t>Replace the river-and-boat scene with a man holding a hammer.</a:t>
            </a:r>
          </a:p>
          <a:p>
            <a:r>
              <a:t>Use the sentence: “आदमी के हाथ में एक ___ है।”</a:t>
            </a:r>
          </a:p>
          <a:p>
            <a:r>
              <a:t>Show these options in order: ढोल, हथौड़ा, तोता.</a:t>
            </a:r>
          </a:p>
          <a:p>
            <a:r>
              <a:t>Correct completed sentence: “आदमी के हाथ में एक हथौड़ा है।”</a:t>
            </a:r>
          </a:p>
          <a:p>
            <a:r>
              <a:t>Heading / Question Text:</a:t>
            </a:r>
          </a:p>
          <a:p>
            <a:r>
              <a:t>“सही शब्द चुनकर वाक्य पूरा कीजिए।”</a:t>
            </a:r>
          </a:p>
          <a:p>
            <a:r>
              <a:t>On Screen:</a:t>
            </a:r>
          </a:p>
          <a:p>
            <a:r>
              <a:t>Keep the main scene on the left and the sentence on the right.</a:t>
            </a:r>
          </a:p>
          <a:p>
            <a:r>
              <a:t>Show “आदमी के हाथ में एक ___ है।” with an empty blank.</a:t>
            </a:r>
          </a:p>
          <a:p>
            <a:r>
              <a:t>Show three picture-and-word options below the sentence:</a:t>
            </a:r>
          </a:p>
          <a:p>
            <a:r>
              <a:t>ढोल</a:t>
            </a:r>
          </a:p>
          <a:p>
            <a:r>
              <a:t>हथौड़ा</a:t>
            </a:r>
          </a:p>
          <a:p>
            <a:r>
              <a:t>तोता</a:t>
            </a:r>
          </a:p>
          <a:p>
            <a:r>
              <a:t>Make the hammer in the man’s hand clearly visible.</a:t>
            </a:r>
          </a:p>
          <a:p>
            <a:r>
              <a:t>Do not highlight the hammer or the correct option initially.</a:t>
            </a:r>
          </a:p>
          <a:p>
            <a:r>
              <a:t>Keep the existing mascot and overall UI/UX style unchanged.</a:t>
            </a:r>
          </a:p>
          <a:p>
            <a:r>
              <a:t>Image Requirements:</a:t>
            </a:r>
          </a:p>
          <a:p>
            <a:r>
              <a:t>Main scene: A man holding a hammer beside a simple workbench. Clearly show the wooden handle in his hand and the metal head above it. A wooden plank and a nail can appear on the workbench, but keep them secondary. Do not include other tools.</a:t>
            </a:r>
          </a:p>
          <a:p>
            <a:r>
              <a:t>ढोल option: A recognisable drum with a cylindrical body, two drumheads and visible side lacing.</a:t>
            </a:r>
          </a:p>
          <a:p>
            <a:r>
              <a:t>हथौड़ा option: A clear hammer matching the one in the man’s hand, with the same wooden handle and metal head.</a:t>
            </a:r>
          </a:p>
          <a:p>
            <a:r>
              <a:t>तोता option: A recognisable green parrot with a curved red beak and a long tail.</a:t>
            </a:r>
          </a:p>
          <a:p>
            <a:r>
              <a:t>Use consistent, child-friendly artwork with minimal background detail.</a:t>
            </a:r>
          </a:p>
          <a:p>
            <a:r>
              <a:t>Keep the hammer large enough to identify in both the main scene and the option card.</a:t>
            </a:r>
          </a:p>
          <a:p>
            <a:r>
              <a:t>Entry Animation:</a:t>
            </a:r>
          </a:p>
          <a:p>
            <a:r>
              <a:t>The main picture appears first.</a:t>
            </a:r>
          </a:p>
          <a:p>
            <a:r>
              <a:t>The sentence appears with an empty blank.</a:t>
            </a:r>
          </a:p>
          <a:p>
            <a:r>
              <a:t>The three option cards fade in one by one.</a:t>
            </a:r>
          </a:p>
          <a:p>
            <a:r>
              <a:t>Play the instruction and sentence VO before enabling interaction.</a:t>
            </a:r>
          </a:p>
          <a:p>
            <a:r>
              <a:t>Instruction VO:</a:t>
            </a:r>
          </a:p>
          <a:p>
            <a:r>
              <a:t>“चित्र देखकर सही शब्द चुनकर वाक्य पूरा कीजिए। शब्द को खाली जगह में डालिए।”</a:t>
            </a:r>
          </a:p>
          <a:p>
            <a:r>
              <a:t>Sentence VO:</a:t>
            </a:r>
          </a:p>
          <a:p>
            <a:r>
              <a:t>Read “आदमी के हाथ में एक…”, pause at the blank, then say “है।”</a:t>
            </a:r>
          </a:p>
          <a:p>
            <a:r>
              <a:t>Do not say the missing word.</a:t>
            </a:r>
          </a:p>
          <a:p>
            <a:r>
              <a:t>Option VO:</a:t>
            </a:r>
          </a:p>
          <a:p>
            <a:r>
              <a:t>When an option is tapped, play only its name:</a:t>
            </a:r>
          </a:p>
          <a:p>
            <a:r>
              <a:t>“ढोल।” / “हथौड़ा।” / “तोता।”</a:t>
            </a:r>
          </a:p>
          <a:p>
            <a:r>
              <a:t>A tap plays the word’s name.</a:t>
            </a:r>
          </a:p>
          <a:p>
            <a:r>
              <a:t>A drag into the blank submits the answer.</a:t>
            </a:r>
          </a:p>
          <a:p>
            <a:r>
              <a:t>Disable dragging while any VO plays.</a:t>
            </a:r>
          </a:p>
          <a:p>
            <a:r>
              <a:t>Correct Answer: हथौड़ा</a:t>
            </a:r>
          </a:p>
          <a:p>
            <a:r>
              <a:t>Snap the हथौड़ा card into the blank.</a:t>
            </a:r>
          </a:p>
          <a:p>
            <a:r>
              <a:t>Display the completed sentence:</a:t>
            </a:r>
          </a:p>
          <a:p>
            <a:r>
              <a:t>“आदमी के हाथ में एक हथौड़ा है।”</a:t>
            </a:r>
          </a:p>
          <a:p>
            <a:r>
              <a:t>Give the correct answer a soft glow.</a:t>
            </a:r>
          </a:p>
          <a:p>
            <a:r>
              <a:t>Show a small sparkle/confetti effect.</a:t>
            </a:r>
          </a:p>
          <a:p>
            <a:r>
              <a:t>Lock the completed sentence.</a:t>
            </a:r>
          </a:p>
          <a:p>
            <a:r>
              <a:t>Correct Response VO:</a:t>
            </a:r>
          </a:p>
          <a:p>
            <a:r>
              <a:t>“शाबाश! आदमी के हाथ में एक हथौड़ा है।”</a:t>
            </a:r>
          </a:p>
          <a:p>
            <a:r>
              <a:t>Hint 1: Clarify — After the 1st Wrong Drop</a:t>
            </a:r>
          </a:p>
          <a:p>
            <a:r>
              <a:t>If the child drops ढोल or तोता into the blank, softly shake the wrong card.</a:t>
            </a:r>
          </a:p>
          <a:p>
            <a:r>
              <a:t>Return it to its original position.</a:t>
            </a:r>
          </a:p>
          <a:p>
            <a:r>
              <a:t>Do not highlight the hammer, any option or a matra.</a:t>
            </a:r>
          </a:p>
          <a:p>
            <a:r>
              <a:t>Do not show a hand nudge.</a:t>
            </a:r>
          </a:p>
          <a:p>
            <a:r>
              <a:t>After the VO finishes, allow another attempt.</a:t>
            </a:r>
          </a:p>
          <a:p>
            <a:r>
              <a:t>VO:</a:t>
            </a:r>
          </a:p>
          <a:p>
            <a:r>
              <a:t>“फिर से देखिए। चित्र देखकर सही शब्द चुनकर वाक्य पूरा कीजिए।”</a:t>
            </a:r>
          </a:p>
          <a:p>
            <a:r>
              <a:t>Hint 2: Strong Hint — After the 2nd Wrong Drop</a:t>
            </a:r>
          </a:p>
          <a:p>
            <a:r>
              <a:t>Softly shake the wrong card and return it.</a:t>
            </a:r>
          </a:p>
          <a:p>
            <a:r>
              <a:t>Read the full sentence with each option, one at a time, from left to right.</a:t>
            </a:r>
          </a:p>
          <a:p>
            <a:r>
              <a:t>Briefly preview each word in the blank while its sentence is spoken.</a:t>
            </a:r>
          </a:p>
          <a:p>
            <a:r>
              <a:t>Use the same neutral preview style for all three words. Do not show success feedback.</a:t>
            </a:r>
          </a:p>
          <a:p>
            <a:r>
              <a:t>Highlight the hammer in the man’s hand, including its handle and metal head, using a soft outline or glow.</a:t>
            </a:r>
          </a:p>
          <a:p>
            <a:r>
              <a:t>After all three readings, restore the empty blank.</a:t>
            </a:r>
          </a:p>
          <a:p>
            <a:r>
              <a:t>Do not glow the correct option or show a hand nudge.</a:t>
            </a:r>
          </a:p>
          <a:p>
            <a:r>
              <a:t>After the VO finishes, keep all three options available.</a:t>
            </a:r>
          </a:p>
          <a:p>
            <a:r>
              <a:t>VO — Separate Clips with a Short Pause Between Them:</a:t>
            </a:r>
          </a:p>
          <a:p>
            <a:r>
              <a:t>“आदमी के हाथ में एक ढोल है।”</a:t>
            </a:r>
          </a:p>
          <a:p>
            <a:r>
              <a:t>“आदमी के हाथ में एक हथौड़ा है।”</a:t>
            </a:r>
          </a:p>
          <a:p>
            <a:r>
              <a:t>“आदमी के हाथ में एक तोता है।”</a:t>
            </a:r>
          </a:p>
          <a:p>
            <a:r>
              <a:t>Then:</a:t>
            </a:r>
          </a:p>
          <a:p>
            <a:r>
              <a:t>“चित्र देखकर सही शब्द चुनकर वाक्य पूरा कीजिए।”</a:t>
            </a:r>
          </a:p>
          <a:p>
            <a:r>
              <a:t>Hint 3: Show the Answer — After the 3rd Wrong Drop</a:t>
            </a:r>
          </a:p>
          <a:p>
            <a:r>
              <a:t>Softly shake the wrong card and return it.</a:t>
            </a:r>
          </a:p>
          <a:p>
            <a:r>
              <a:t>Give the हथौड़ा option and the sentence blank a soft glow.</a:t>
            </a:r>
          </a:p>
          <a:p>
            <a:r>
              <a:t>Lock ढोल and तोता.</a:t>
            </a:r>
          </a:p>
          <a:p>
            <a:r>
              <a:t>After the VO finishes, allow only हथौड़ा to be dragged into the blank.</a:t>
            </a:r>
          </a:p>
          <a:p>
            <a:r>
              <a:t>Wait for the child to complete the action. Do not fill the blank automatically.</a:t>
            </a:r>
          </a:p>
          <a:p>
            <a:r>
              <a:t>VO:</a:t>
            </a:r>
          </a:p>
          <a:p>
            <a:r>
              <a:t>“चित्र में आदमी के हाथ में एक हथौड़ा है। ‘हथौड़ा’ शब्द को खाली जगह में डालिए।”</a:t>
            </a:r>
          </a:p>
          <a:p>
            <a:r>
              <a:t>Practice-Round Hand Nudge:</a:t>
            </a:r>
          </a:p>
          <a:p>
            <a:r>
              <a:t>Confirm with Ankita whether Hint 3 should include a hand drag nudge.</a:t>
            </a:r>
          </a:p>
          <a:p>
            <a:r>
              <a:t>Pending confirmation, use glow and lock without a hand, following the earlier practice QA feedback.</a:t>
            </a:r>
          </a:p>
          <a:p>
            <a:r>
              <a:t>If approved, show the hand moving from हथौड़ा to the sentence blank.</a:t>
            </a:r>
          </a:p>
          <a:p>
            <a:r>
              <a:t>Correct Response After Hint 3:</a:t>
            </a:r>
          </a:p>
          <a:p>
            <a:r>
              <a:t>Snap हथौड़ा into the blank.</a:t>
            </a:r>
          </a:p>
          <a:p>
            <a:r>
              <a:t>Show the completed sentence.</a:t>
            </a:r>
          </a:p>
          <a:p>
            <a:r>
              <a:t>Remove any hand nudge.</a:t>
            </a:r>
          </a:p>
          <a:p>
            <a:r>
              <a:t>Show a small sparkle and play a success chime.</a:t>
            </a:r>
          </a:p>
          <a:p>
            <a:r>
              <a:t>Lock the answer.</a:t>
            </a:r>
          </a:p>
          <a:p>
            <a:r>
              <a:t>No additional VO is needed because Hint 3 has already explained it.</a:t>
            </a:r>
          </a:p>
          <a:p>
            <a:r>
              <a:t>Enable आगे after the feedback finishes.</a:t>
            </a:r>
          </a:p>
          <a:p>
            <a:r>
              <a:t>SFX:</a:t>
            </a:r>
          </a:p>
          <a:p>
            <a:r>
              <a:t>Soft pop when the picture, sentence or options appear.</a:t>
            </a:r>
          </a:p>
          <a:p>
            <a:r>
              <a:t>Light tap/pick-up sound.</a:t>
            </a:r>
          </a:p>
          <a:p>
            <a:r>
              <a:t>Soft error sound on a wrong drop.</a:t>
            </a:r>
          </a:p>
          <a:p>
            <a:r>
              <a:t>Light success chime on the correct answer.</a:t>
            </a:r>
          </a:p>
          <a:p>
            <a:r>
              <a:t>Keep SFX below the VO volume.</a:t>
            </a:r>
          </a:p>
          <a:p>
            <a:r>
              <a:t>Next Button:</a:t>
            </a:r>
          </a:p>
          <a:p>
            <a:r>
              <a:t>Keep आगे disabled initially and throughout the hints.</a:t>
            </a:r>
          </a:p>
          <a:p>
            <a:r>
              <a:t>Activate it only after हथौड़ा is correctly placed and feedback finishes.</a:t>
            </a:r>
          </a:p>
          <a:p>
            <a:r>
              <a:t>Developer Notes:</a:t>
            </a:r>
          </a:p>
          <a:p>
            <a:r>
              <a:t>Replace the old scene, sentence, option images and associated audio with the updated content.</a:t>
            </a:r>
          </a:p>
          <a:p>
            <a:r>
              <a:t>Use the option text ढोल, हथौड़ा, तोता consistently.</a:t>
            </a:r>
          </a:p>
          <a:p>
            <a:r>
              <a:t>Size the blank and option card so हथौड़ा fits clearly without reducing readability.</a:t>
            </a:r>
          </a:p>
          <a:p>
            <a:r>
              <a:t>Preserve the nukta under ड़ in हथौड़ा.</a:t>
            </a:r>
          </a:p>
          <a:p>
            <a:r>
              <a:t>Disable all answer taps and drags while any VO is playing.</a:t>
            </a:r>
          </a:p>
          <a:p>
            <a:r>
              <a:t>Use one wrong-attempt counter for this sentence blank.</a:t>
            </a:r>
          </a:p>
          <a:p>
            <a:r>
              <a:t>Switching between ढोल and तोता must not reset the counter.</a:t>
            </a:r>
          </a:p>
          <a:p>
            <a:r>
              <a:t>A name-only tap or release outside the blank does not count as a wrong answer.</a:t>
            </a:r>
          </a:p>
          <a:p>
            <a:r>
              <a:t>Trigger Hint 1 after the first wrong drop, Hint 2 after the second, and Hint 3 after the third.</a:t>
            </a:r>
          </a:p>
          <a:p>
            <a:r>
              <a:t>If the child answers correctly earlier, accept the answer and stop the hint sequence.</a:t>
            </a:r>
          </a:p>
          <a:p>
            <a:r>
              <a:t>Hint 2 previews are temporary comparisons, not accepted answers.</a:t>
            </a:r>
          </a:p>
          <a:p>
            <a:r>
              <a:t>Highlight the relevant scene detail in Hint 2 because the task tests picture understanding and sentence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ओ की मात्रा (◌ो) वाले 12 शब्द:</a:t>
            </a:r>
          </a:p>
          <a:p>
            <a:r>
              <a:t>मोर, तोता, घोड़ा, ढोल, गोल, कोयल, टोपी, रोटी, गोभी, धोबी, कटोरा, खोना।</a:t>
            </a:r>
          </a:p>
          <a:p>
            <a:r>
              <a:t>औ की मात्रा (◌ौ) वाले 12 शब्द:</a:t>
            </a:r>
          </a:p>
          <a:p>
            <a:r>
              <a:t>कौआ, पौधा, दौड़, चौक, चौकी, चौड़ा, हथौड़ा, खिलौना, कचौड़ी, पकौड़ा, तौलिया, मौसम।</a:t>
            </a:r>
          </a:p>
          <a:p>
            <a:r>
              <a:t>Full game logic same as in आ, इ, ई मात्रा वाले शब्द पढ़ता है। शब्दों में आने वाली मात्रा पहचानता है 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SME left this page's draft note unchanged in the 2026-10-05 review — built as written.]</a:t>
            </a:r>
          </a:p>
          <a:p>
            <a:r>
              <a:t>CELEBRATION — no text on the page. VO:</a:t>
            </a:r>
          </a:p>
          <a:p>
            <a:r>
              <a:t>“शाबाश! आज हमने सीखा, ओ और औ की मात्रा पहचानना, और मात्रा वाले शब्द पढ़ना।”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HI02H11_L02_S04 · मात्राओं की रेल · ओ / औ — built to the SME's review of 2026-10-05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17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te_tu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206"/>
            <a:ext cx="12191695" cy="61535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02_MATRA_INTRO.png</a:t>
            </a:r>
          </a:p>
        </p:txBody>
      </p:sp>
      <p:pic>
        <p:nvPicPr>
          <p:cNvPr id="3" name="Picture 2" descr="02_MATRA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03_MATRA_BUILD.png</a:t>
            </a:r>
          </a:p>
        </p:txBody>
      </p:sp>
      <p:pic>
        <p:nvPicPr>
          <p:cNvPr id="3" name="Picture 2" descr="03_MATRA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04_MEET_PAIR.png</a:t>
            </a:r>
          </a:p>
        </p:txBody>
      </p:sp>
      <p:pic>
        <p:nvPicPr>
          <p:cNvPr id="3" name="Picture 2" descr="04_MEET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05_MATRA_BUILD.png</a:t>
            </a:r>
          </a:p>
        </p:txBody>
      </p:sp>
      <p:pic>
        <p:nvPicPr>
          <p:cNvPr id="3" name="Picture 2" descr="05_MATRA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06_MEET_PAIR.png</a:t>
            </a:r>
          </a:p>
        </p:txBody>
      </p:sp>
      <p:pic>
        <p:nvPicPr>
          <p:cNvPr id="3" name="Picture 2" descr="06_MEET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te_gui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206"/>
            <a:ext cx="12191695" cy="61535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07_TRAIN_TAP.png</a:t>
            </a:r>
          </a:p>
        </p:txBody>
      </p:sp>
      <p:pic>
        <p:nvPicPr>
          <p:cNvPr id="3" name="Picture 2" descr="07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08_TRAIN_TAP.png</a:t>
            </a:r>
          </a:p>
        </p:txBody>
      </p:sp>
      <p:pic>
        <p:nvPicPr>
          <p:cNvPr id="3" name="Picture 2" descr="08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09_TRAIN_TAP.png</a:t>
            </a:r>
          </a:p>
        </p:txBody>
      </p:sp>
      <p:pic>
        <p:nvPicPr>
          <p:cNvPr id="3" name="Picture 2" descr="09_TRAIN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10_TRAIN_SORT.png</a:t>
            </a:r>
          </a:p>
        </p:txBody>
      </p:sp>
      <p:pic>
        <p:nvPicPr>
          <p:cNvPr id="3" name="Picture 2" descr="10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11_TRAIN_SORT.png</a:t>
            </a:r>
          </a:p>
        </p:txBody>
      </p:sp>
      <p:pic>
        <p:nvPicPr>
          <p:cNvPr id="3" name="Picture 2" descr="11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12_WORD_BUILD.png</a:t>
            </a:r>
          </a:p>
        </p:txBody>
      </p:sp>
      <p:pic>
        <p:nvPicPr>
          <p:cNvPr id="3" name="Picture 2" descr="12_WORD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13_TRAIN_SORT.png</a:t>
            </a:r>
          </a:p>
        </p:txBody>
      </p:sp>
      <p:pic>
        <p:nvPicPr>
          <p:cNvPr id="3" name="Picture 2" descr="13_TRAIN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14_SENTENCE_COMPLETE.png</a:t>
            </a:r>
          </a:p>
        </p:txBody>
      </p:sp>
      <p:pic>
        <p:nvPicPr>
          <p:cNvPr id="3" name="Picture 2" descr="14_SENT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15 · 15_SENTENCE_COMPLETE.png</a:t>
            </a:r>
          </a:p>
        </p:txBody>
      </p:sp>
      <p:pic>
        <p:nvPicPr>
          <p:cNvPr id="3" name="Picture 2" descr="15_SENT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16 · 16_SENTENCE_COMPLETE.png</a:t>
            </a:r>
          </a:p>
        </p:txBody>
      </p:sp>
      <p:pic>
        <p:nvPicPr>
          <p:cNvPr id="3" name="Picture 2" descr="16_SENTENC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te_roun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206"/>
            <a:ext cx="12191695" cy="61535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f_independent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722"/>
            <a:ext cx="12191695" cy="60765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17 · 17_CELEBRATION.png</a:t>
            </a:r>
          </a:p>
        </p:txBody>
      </p:sp>
      <p:pic>
        <p:nvPicPr>
          <p:cNvPr id="3" name="Picture 2" descr="17_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